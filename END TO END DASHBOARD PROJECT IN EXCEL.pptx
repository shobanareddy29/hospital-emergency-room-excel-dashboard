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9" r:id="rId3"/>
    <p:sldId id="260" r:id="rId4"/>
    <p:sldId id="261" r:id="rId5"/>
    <p:sldId id="262" r:id="rId6"/>
    <p:sldId id="263" r:id="rId7"/>
    <p:sldId id="264"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CC00"/>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737C93-BA2C-4ABC-AA2A-6C195CAC5CD5}"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6DB3A59A-221A-42B5-B72D-77B7048B1FF3}">
      <dgm:prSet>
        <dgm:style>
          <a:lnRef idx="0">
            <a:schemeClr val="accent6"/>
          </a:lnRef>
          <a:fillRef idx="3">
            <a:schemeClr val="accent6"/>
          </a:fillRef>
          <a:effectRef idx="3">
            <a:schemeClr val="accent6"/>
          </a:effectRef>
          <a:fontRef idx="minor">
            <a:schemeClr val="lt1"/>
          </a:fontRef>
        </dgm:style>
      </dgm:prSet>
      <dgm:spPr>
        <a:solidFill>
          <a:schemeClr val="accent1">
            <a:lumMod val="50000"/>
          </a:schemeClr>
        </a:solidFill>
      </dgm:spPr>
      <dgm:t>
        <a:bodyPr/>
        <a:lstStyle/>
        <a:p>
          <a:r>
            <a:rPr lang="en-US" b="1" i="0" baseline="0"/>
            <a:t>Business  Requirement Gathering</a:t>
          </a:r>
          <a:endParaRPr lang="en-US"/>
        </a:p>
      </dgm:t>
    </dgm:pt>
    <dgm:pt modelId="{C9B55F47-1EF8-4B48-9425-F1FDE20F18B4}" type="parTrans" cxnId="{B95F46E6-EA63-4A4A-B171-84E71A8B2969}">
      <dgm:prSet/>
      <dgm:spPr/>
      <dgm:t>
        <a:bodyPr/>
        <a:lstStyle/>
        <a:p>
          <a:endParaRPr lang="en-US"/>
        </a:p>
      </dgm:t>
    </dgm:pt>
    <dgm:pt modelId="{AB6DD6D9-3A72-4649-9B2B-D1A6DA34A1A9}" type="sibTrans" cxnId="{B95F46E6-EA63-4A4A-B171-84E71A8B2969}">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74E89472-80D3-4A51-9043-A00E177322F0}">
      <dgm:prSet>
        <dgm:style>
          <a:lnRef idx="0">
            <a:schemeClr val="accent6"/>
          </a:lnRef>
          <a:fillRef idx="3">
            <a:schemeClr val="accent6"/>
          </a:fillRef>
          <a:effectRef idx="3">
            <a:schemeClr val="accent6"/>
          </a:effectRef>
          <a:fontRef idx="minor">
            <a:schemeClr val="lt1"/>
          </a:fontRef>
        </dgm:style>
      </dgm:prSet>
      <dgm:spPr/>
      <dgm:t>
        <a:bodyPr/>
        <a:lstStyle/>
        <a:p>
          <a:r>
            <a:rPr lang="en-US" b="1"/>
            <a:t>Understanding of Data</a:t>
          </a:r>
          <a:endParaRPr lang="en-US"/>
        </a:p>
      </dgm:t>
    </dgm:pt>
    <dgm:pt modelId="{95746BEE-B556-40A3-924C-E34BC3820B85}" type="parTrans" cxnId="{9C9B6FA4-D255-49A2-AEF3-7578F197610F}">
      <dgm:prSet/>
      <dgm:spPr/>
      <dgm:t>
        <a:bodyPr/>
        <a:lstStyle/>
        <a:p>
          <a:endParaRPr lang="en-US"/>
        </a:p>
      </dgm:t>
    </dgm:pt>
    <dgm:pt modelId="{948FDB3B-C89A-4755-AD4D-330834473597}" type="sibTrans" cxnId="{9C9B6FA4-D255-49A2-AEF3-7578F197610F}">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A9DE61EB-64D3-4A52-B278-5A13DCCFABF9}">
      <dgm:prSet>
        <dgm:style>
          <a:lnRef idx="0">
            <a:schemeClr val="accent6"/>
          </a:lnRef>
          <a:fillRef idx="3">
            <a:schemeClr val="accent6"/>
          </a:fillRef>
          <a:effectRef idx="3">
            <a:schemeClr val="accent6"/>
          </a:effectRef>
          <a:fontRef idx="minor">
            <a:schemeClr val="lt1"/>
          </a:fontRef>
        </dgm:style>
      </dgm:prSet>
      <dgm:spPr>
        <a:solidFill>
          <a:schemeClr val="accent1">
            <a:lumMod val="50000"/>
          </a:schemeClr>
        </a:solidFill>
      </dgm:spPr>
      <dgm:t>
        <a:bodyPr/>
        <a:lstStyle/>
        <a:p>
          <a:r>
            <a:rPr lang="en-US" b="1" dirty="0"/>
            <a:t>Data Connection (Import Data Using Power Query)</a:t>
          </a:r>
          <a:endParaRPr lang="en-US" dirty="0"/>
        </a:p>
      </dgm:t>
    </dgm:pt>
    <dgm:pt modelId="{FEC3258F-5055-40EF-B9A6-65A3F6164307}" type="parTrans" cxnId="{42443A3C-71FB-406A-9D21-C66C788B7B1E}">
      <dgm:prSet/>
      <dgm:spPr/>
      <dgm:t>
        <a:bodyPr/>
        <a:lstStyle/>
        <a:p>
          <a:endParaRPr lang="en-US"/>
        </a:p>
      </dgm:t>
    </dgm:pt>
    <dgm:pt modelId="{7CA8D60F-EEEC-40ED-A747-32E12955F893}" type="sibTrans" cxnId="{42443A3C-71FB-406A-9D21-C66C788B7B1E}">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820E95FA-32FB-4A31-999F-2DB7118EE40B}">
      <dgm:prSet>
        <dgm:style>
          <a:lnRef idx="0">
            <a:schemeClr val="accent6"/>
          </a:lnRef>
          <a:fillRef idx="3">
            <a:schemeClr val="accent6"/>
          </a:fillRef>
          <a:effectRef idx="3">
            <a:schemeClr val="accent6"/>
          </a:effectRef>
          <a:fontRef idx="minor">
            <a:schemeClr val="lt1"/>
          </a:fontRef>
        </dgm:style>
      </dgm:prSet>
      <dgm:spPr/>
      <dgm:t>
        <a:bodyPr/>
        <a:lstStyle/>
        <a:p>
          <a:r>
            <a:rPr lang="en-US" b="1" i="0" baseline="0" dirty="0"/>
            <a:t>Data Cleaning and Data Quality Check Using Power Query</a:t>
          </a:r>
          <a:endParaRPr lang="en-US" dirty="0"/>
        </a:p>
      </dgm:t>
    </dgm:pt>
    <dgm:pt modelId="{E814EA5E-882D-445C-832A-8B91A5B3E9F5}" type="parTrans" cxnId="{5FD63A43-3AF7-454D-A2ED-0966ACAE6DBA}">
      <dgm:prSet/>
      <dgm:spPr/>
      <dgm:t>
        <a:bodyPr/>
        <a:lstStyle/>
        <a:p>
          <a:endParaRPr lang="en-US"/>
        </a:p>
      </dgm:t>
    </dgm:pt>
    <dgm:pt modelId="{302FB94D-61F7-4E86-8C6F-47870AF248BC}" type="sibTrans" cxnId="{5FD63A43-3AF7-454D-A2ED-0966ACAE6DBA}">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D62D4730-0C2F-426F-AB35-E8712773038E}">
      <dgm:prSet>
        <dgm:style>
          <a:lnRef idx="0">
            <a:schemeClr val="accent6"/>
          </a:lnRef>
          <a:fillRef idx="3">
            <a:schemeClr val="accent6"/>
          </a:fillRef>
          <a:effectRef idx="3">
            <a:schemeClr val="accent6"/>
          </a:effectRef>
          <a:fontRef idx="minor">
            <a:schemeClr val="lt1"/>
          </a:fontRef>
        </dgm:style>
      </dgm:prSet>
      <dgm:spPr>
        <a:solidFill>
          <a:schemeClr val="accent2"/>
        </a:solidFill>
      </dgm:spPr>
      <dgm:t>
        <a:bodyPr/>
        <a:lstStyle/>
        <a:p>
          <a:r>
            <a:rPr lang="en-US" b="1" i="0" baseline="0" dirty="0"/>
            <a:t>Creating Calendar Table using Power Query</a:t>
          </a:r>
          <a:endParaRPr lang="en-US" dirty="0"/>
        </a:p>
      </dgm:t>
    </dgm:pt>
    <dgm:pt modelId="{BA8C4E51-F7AE-4A79-9FDF-DB2909DF3DD7}" type="parTrans" cxnId="{A189B2E3-E5B4-4875-AABB-3DB57BE6C6DE}">
      <dgm:prSet/>
      <dgm:spPr/>
      <dgm:t>
        <a:bodyPr/>
        <a:lstStyle/>
        <a:p>
          <a:endParaRPr lang="en-US"/>
        </a:p>
      </dgm:t>
    </dgm:pt>
    <dgm:pt modelId="{5A429ACE-F4A0-49A0-AE9E-A8E353EFFEB3}" type="sibTrans" cxnId="{A189B2E3-E5B4-4875-AABB-3DB57BE6C6DE}">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060AC462-E9D3-408E-B878-D29F8E18AD0B}">
      <dgm:prSet>
        <dgm:style>
          <a:lnRef idx="0">
            <a:schemeClr val="accent6"/>
          </a:lnRef>
          <a:fillRef idx="3">
            <a:schemeClr val="accent6"/>
          </a:fillRef>
          <a:effectRef idx="3">
            <a:schemeClr val="accent6"/>
          </a:effectRef>
          <a:fontRef idx="minor">
            <a:schemeClr val="lt1"/>
          </a:fontRef>
        </dgm:style>
      </dgm:prSet>
      <dgm:spPr/>
      <dgm:t>
        <a:bodyPr/>
        <a:lstStyle/>
        <a:p>
          <a:r>
            <a:rPr lang="en-US" b="1"/>
            <a:t>Data Modeling – Power Pivot</a:t>
          </a:r>
          <a:endParaRPr lang="en-US"/>
        </a:p>
      </dgm:t>
    </dgm:pt>
    <dgm:pt modelId="{C18D5947-2693-4AC8-9746-F73C5CD1A4AB}" type="parTrans" cxnId="{278A0307-6503-4A34-A01D-829B58D28F58}">
      <dgm:prSet/>
      <dgm:spPr/>
      <dgm:t>
        <a:bodyPr/>
        <a:lstStyle/>
        <a:p>
          <a:endParaRPr lang="en-US"/>
        </a:p>
      </dgm:t>
    </dgm:pt>
    <dgm:pt modelId="{36E02DD0-7DE6-47DF-938B-671987682F75}" type="sibTrans" cxnId="{278A0307-6503-4A34-A01D-829B58D28F58}">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38FA43C6-0CEF-4FF6-99D3-32520718AFD9}">
      <dgm:prSet>
        <dgm:style>
          <a:lnRef idx="0">
            <a:schemeClr val="accent6"/>
          </a:lnRef>
          <a:fillRef idx="3">
            <a:schemeClr val="accent6"/>
          </a:fillRef>
          <a:effectRef idx="3">
            <a:schemeClr val="accent6"/>
          </a:effectRef>
          <a:fontRef idx="minor">
            <a:schemeClr val="lt1"/>
          </a:fontRef>
        </dgm:style>
      </dgm:prSet>
      <dgm:spPr>
        <a:solidFill>
          <a:schemeClr val="accent1">
            <a:lumMod val="50000"/>
          </a:schemeClr>
        </a:solidFill>
      </dgm:spPr>
      <dgm:t>
        <a:bodyPr/>
        <a:lstStyle/>
        <a:p>
          <a:r>
            <a:rPr lang="en-US" b="1"/>
            <a:t>Adding Required Columns (DAX Calculation in Power Pivot)</a:t>
          </a:r>
          <a:endParaRPr lang="en-US"/>
        </a:p>
      </dgm:t>
    </dgm:pt>
    <dgm:pt modelId="{BC07F7AE-B099-4072-91E1-CBD3D7FA69F1}" type="parTrans" cxnId="{4B1AEE9B-C0DD-42D7-A181-6600AAC9F51E}">
      <dgm:prSet/>
      <dgm:spPr/>
      <dgm:t>
        <a:bodyPr/>
        <a:lstStyle/>
        <a:p>
          <a:endParaRPr lang="en-US"/>
        </a:p>
      </dgm:t>
    </dgm:pt>
    <dgm:pt modelId="{2F9048D3-ABEC-4892-9F02-E3231465FE3F}" type="sibTrans" cxnId="{4B1AEE9B-C0DD-42D7-A181-6600AAC9F51E}">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3C69074B-D521-4121-B293-38C065F48299}">
      <dgm:prSet>
        <dgm:style>
          <a:lnRef idx="0">
            <a:schemeClr val="accent6"/>
          </a:lnRef>
          <a:fillRef idx="3">
            <a:schemeClr val="accent6"/>
          </a:fillRef>
          <a:effectRef idx="3">
            <a:schemeClr val="accent6"/>
          </a:effectRef>
          <a:fontRef idx="minor">
            <a:schemeClr val="lt1"/>
          </a:fontRef>
        </dgm:style>
      </dgm:prSet>
      <dgm:spPr/>
      <dgm:t>
        <a:bodyPr/>
        <a:lstStyle/>
        <a:p>
          <a:r>
            <a:rPr lang="en-US" b="1" i="0" baseline="0"/>
            <a:t>Creating Pivots and Dashboard Lay outing</a:t>
          </a:r>
          <a:endParaRPr lang="en-US"/>
        </a:p>
      </dgm:t>
    </dgm:pt>
    <dgm:pt modelId="{41BAA905-5AF8-4CA3-A029-281C846F30CF}" type="parTrans" cxnId="{C55E3090-1DFE-4368-A59E-A82E3F4584D8}">
      <dgm:prSet/>
      <dgm:spPr/>
      <dgm:t>
        <a:bodyPr/>
        <a:lstStyle/>
        <a:p>
          <a:endParaRPr lang="en-US"/>
        </a:p>
      </dgm:t>
    </dgm:pt>
    <dgm:pt modelId="{F2C8F479-364E-45C4-8786-038CA4F62353}" type="sibTrans" cxnId="{C55E3090-1DFE-4368-A59E-A82E3F4584D8}">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5F48A72A-9C9E-424C-9477-6BF8C16523D9}">
      <dgm:prSet>
        <dgm:style>
          <a:lnRef idx="0">
            <a:schemeClr val="accent6"/>
          </a:lnRef>
          <a:fillRef idx="3">
            <a:schemeClr val="accent6"/>
          </a:fillRef>
          <a:effectRef idx="3">
            <a:schemeClr val="accent6"/>
          </a:effectRef>
          <a:fontRef idx="minor">
            <a:schemeClr val="lt1"/>
          </a:fontRef>
        </dgm:style>
      </dgm:prSet>
      <dgm:spPr/>
      <dgm:t>
        <a:bodyPr/>
        <a:lstStyle/>
        <a:p>
          <a:r>
            <a:rPr lang="en-US" b="1" dirty="0"/>
            <a:t>Charts Development and Formatting</a:t>
          </a:r>
          <a:endParaRPr lang="en-US" dirty="0"/>
        </a:p>
      </dgm:t>
    </dgm:pt>
    <dgm:pt modelId="{21C187ED-05D7-425F-9925-84F985780067}" type="parTrans" cxnId="{3CAC97BC-B56C-4629-B91A-3A2ECD0B1EA3}">
      <dgm:prSet/>
      <dgm:spPr/>
      <dgm:t>
        <a:bodyPr/>
        <a:lstStyle/>
        <a:p>
          <a:endParaRPr lang="en-US"/>
        </a:p>
      </dgm:t>
    </dgm:pt>
    <dgm:pt modelId="{B49391C6-4845-4540-92CB-3A575632E81D}" type="sibTrans" cxnId="{3CAC97BC-B56C-4629-B91A-3A2ECD0B1EA3}">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C52E9550-983C-4408-89FD-CAEDB1385253}">
      <dgm:prSet>
        <dgm:style>
          <a:lnRef idx="0">
            <a:schemeClr val="accent6"/>
          </a:lnRef>
          <a:fillRef idx="3">
            <a:schemeClr val="accent6"/>
          </a:fillRef>
          <a:effectRef idx="3">
            <a:schemeClr val="accent6"/>
          </a:effectRef>
          <a:fontRef idx="minor">
            <a:schemeClr val="lt1"/>
          </a:fontRef>
        </dgm:style>
      </dgm:prSet>
      <dgm:spPr>
        <a:solidFill>
          <a:schemeClr val="accent1">
            <a:lumMod val="50000"/>
          </a:schemeClr>
        </a:solidFill>
      </dgm:spPr>
      <dgm:t>
        <a:bodyPr/>
        <a:lstStyle/>
        <a:p>
          <a:r>
            <a:rPr lang="en-US" b="1" i="0" baseline="0" dirty="0"/>
            <a:t>Dashboard / Report Development</a:t>
          </a:r>
          <a:endParaRPr lang="en-US" dirty="0"/>
        </a:p>
      </dgm:t>
    </dgm:pt>
    <dgm:pt modelId="{1F83CC19-D933-4CDB-941C-95949084250E}" type="parTrans" cxnId="{67456BC4-58F8-4FD1-A638-5AC3127483B4}">
      <dgm:prSet/>
      <dgm:spPr/>
      <dgm:t>
        <a:bodyPr/>
        <a:lstStyle/>
        <a:p>
          <a:endParaRPr lang="en-US"/>
        </a:p>
      </dgm:t>
    </dgm:pt>
    <dgm:pt modelId="{0DE48B75-7A5F-47FD-8C14-54D0998E2F7B}" type="sibTrans" cxnId="{67456BC4-58F8-4FD1-A638-5AC3127483B4}">
      <dgm:prSet>
        <dgm:style>
          <a:lnRef idx="0">
            <a:schemeClr val="accent6"/>
          </a:lnRef>
          <a:fillRef idx="3">
            <a:schemeClr val="accent6"/>
          </a:fillRef>
          <a:effectRef idx="3">
            <a:schemeClr val="accent6"/>
          </a:effectRef>
          <a:fontRef idx="minor">
            <a:schemeClr val="lt1"/>
          </a:fontRef>
        </dgm:style>
      </dgm:prSet>
      <dgm:spPr/>
      <dgm:t>
        <a:bodyPr/>
        <a:lstStyle/>
        <a:p>
          <a:endParaRPr lang="en-US"/>
        </a:p>
      </dgm:t>
    </dgm:pt>
    <dgm:pt modelId="{FFBAE25D-3238-483D-BB91-DA455735FEAC}">
      <dgm:prSet>
        <dgm:style>
          <a:lnRef idx="0">
            <a:schemeClr val="accent6"/>
          </a:lnRef>
          <a:fillRef idx="3">
            <a:schemeClr val="accent6"/>
          </a:fillRef>
          <a:effectRef idx="3">
            <a:schemeClr val="accent6"/>
          </a:effectRef>
          <a:fontRef idx="minor">
            <a:schemeClr val="lt1"/>
          </a:fontRef>
        </dgm:style>
      </dgm:prSet>
      <dgm:spPr/>
      <dgm:t>
        <a:bodyPr/>
        <a:lstStyle/>
        <a:p>
          <a:r>
            <a:rPr lang="en-US" b="1"/>
            <a:t>Insights Generation</a:t>
          </a:r>
          <a:endParaRPr lang="en-US"/>
        </a:p>
      </dgm:t>
    </dgm:pt>
    <dgm:pt modelId="{0AB5DB61-1614-4E6A-8F48-A9D1B2598DDA}" type="parTrans" cxnId="{51569335-8B3E-4B91-86FC-CA0804031CC3}">
      <dgm:prSet/>
      <dgm:spPr/>
      <dgm:t>
        <a:bodyPr/>
        <a:lstStyle/>
        <a:p>
          <a:endParaRPr lang="en-US"/>
        </a:p>
      </dgm:t>
    </dgm:pt>
    <dgm:pt modelId="{8E5EBBED-8F9F-4AF9-9913-ACAD4091DC85}" type="sibTrans" cxnId="{51569335-8B3E-4B91-86FC-CA0804031CC3}">
      <dgm:prSet/>
      <dgm:spPr/>
      <dgm:t>
        <a:bodyPr/>
        <a:lstStyle/>
        <a:p>
          <a:endParaRPr lang="en-US"/>
        </a:p>
      </dgm:t>
    </dgm:pt>
    <dgm:pt modelId="{C97BE55D-0449-4D2A-B003-D50584CCA040}" type="pres">
      <dgm:prSet presAssocID="{28737C93-BA2C-4ABC-AA2A-6C195CAC5CD5}" presName="Name0" presStyleCnt="0">
        <dgm:presLayoutVars>
          <dgm:dir/>
          <dgm:resizeHandles val="exact"/>
        </dgm:presLayoutVars>
      </dgm:prSet>
      <dgm:spPr/>
    </dgm:pt>
    <dgm:pt modelId="{A3A08C61-6FE5-4232-A087-E385D9085077}" type="pres">
      <dgm:prSet presAssocID="{6DB3A59A-221A-42B5-B72D-77B7048B1FF3}" presName="node" presStyleLbl="node1" presStyleIdx="0" presStyleCnt="11">
        <dgm:presLayoutVars>
          <dgm:bulletEnabled val="1"/>
        </dgm:presLayoutVars>
      </dgm:prSet>
      <dgm:spPr/>
    </dgm:pt>
    <dgm:pt modelId="{8FA2903F-9F51-46C2-94A7-4C32B09058B6}" type="pres">
      <dgm:prSet presAssocID="{AB6DD6D9-3A72-4649-9B2B-D1A6DA34A1A9}" presName="sibTrans" presStyleLbl="sibTrans1D1" presStyleIdx="0" presStyleCnt="10"/>
      <dgm:spPr/>
    </dgm:pt>
    <dgm:pt modelId="{41C9C3C0-2BEA-48BD-909F-26DDA1AB848E}" type="pres">
      <dgm:prSet presAssocID="{AB6DD6D9-3A72-4649-9B2B-D1A6DA34A1A9}" presName="connectorText" presStyleLbl="sibTrans1D1" presStyleIdx="0" presStyleCnt="10"/>
      <dgm:spPr/>
    </dgm:pt>
    <dgm:pt modelId="{B726372A-BAEB-4F71-871E-F8095DA2C488}" type="pres">
      <dgm:prSet presAssocID="{74E89472-80D3-4A51-9043-A00E177322F0}" presName="node" presStyleLbl="node1" presStyleIdx="1" presStyleCnt="11">
        <dgm:presLayoutVars>
          <dgm:bulletEnabled val="1"/>
        </dgm:presLayoutVars>
      </dgm:prSet>
      <dgm:spPr/>
    </dgm:pt>
    <dgm:pt modelId="{59589589-2254-439C-9AEA-E7FC73018FDA}" type="pres">
      <dgm:prSet presAssocID="{948FDB3B-C89A-4755-AD4D-330834473597}" presName="sibTrans" presStyleLbl="sibTrans1D1" presStyleIdx="1" presStyleCnt="10"/>
      <dgm:spPr/>
    </dgm:pt>
    <dgm:pt modelId="{CB9CB184-6D02-4599-8A47-4CF25C8B7CCE}" type="pres">
      <dgm:prSet presAssocID="{948FDB3B-C89A-4755-AD4D-330834473597}" presName="connectorText" presStyleLbl="sibTrans1D1" presStyleIdx="1" presStyleCnt="10"/>
      <dgm:spPr/>
    </dgm:pt>
    <dgm:pt modelId="{44F46712-5CEC-42F3-8E4B-D35EDC8BCF90}" type="pres">
      <dgm:prSet presAssocID="{A9DE61EB-64D3-4A52-B278-5A13DCCFABF9}" presName="node" presStyleLbl="node1" presStyleIdx="2" presStyleCnt="11">
        <dgm:presLayoutVars>
          <dgm:bulletEnabled val="1"/>
        </dgm:presLayoutVars>
      </dgm:prSet>
      <dgm:spPr/>
    </dgm:pt>
    <dgm:pt modelId="{E1CCFB6F-3A2A-46EB-8FE4-D44BFF6D60F2}" type="pres">
      <dgm:prSet presAssocID="{7CA8D60F-EEEC-40ED-A747-32E12955F893}" presName="sibTrans" presStyleLbl="sibTrans1D1" presStyleIdx="2" presStyleCnt="10"/>
      <dgm:spPr/>
    </dgm:pt>
    <dgm:pt modelId="{278BD1A4-B465-4EA4-8D88-30B7D8DBF904}" type="pres">
      <dgm:prSet presAssocID="{7CA8D60F-EEEC-40ED-A747-32E12955F893}" presName="connectorText" presStyleLbl="sibTrans1D1" presStyleIdx="2" presStyleCnt="10"/>
      <dgm:spPr/>
    </dgm:pt>
    <dgm:pt modelId="{5A70E500-3F09-4D10-BF68-64E6B658EC7C}" type="pres">
      <dgm:prSet presAssocID="{820E95FA-32FB-4A31-999F-2DB7118EE40B}" presName="node" presStyleLbl="node1" presStyleIdx="3" presStyleCnt="11">
        <dgm:presLayoutVars>
          <dgm:bulletEnabled val="1"/>
        </dgm:presLayoutVars>
      </dgm:prSet>
      <dgm:spPr/>
    </dgm:pt>
    <dgm:pt modelId="{F063A834-ABF8-4D7F-9D05-87BE64EC3365}" type="pres">
      <dgm:prSet presAssocID="{302FB94D-61F7-4E86-8C6F-47870AF248BC}" presName="sibTrans" presStyleLbl="sibTrans1D1" presStyleIdx="3" presStyleCnt="10"/>
      <dgm:spPr/>
    </dgm:pt>
    <dgm:pt modelId="{18FC7D07-A2FD-450E-8840-4DAC0FD7BEC7}" type="pres">
      <dgm:prSet presAssocID="{302FB94D-61F7-4E86-8C6F-47870AF248BC}" presName="connectorText" presStyleLbl="sibTrans1D1" presStyleIdx="3" presStyleCnt="10"/>
      <dgm:spPr/>
    </dgm:pt>
    <dgm:pt modelId="{ABE3B2D6-2E93-4E5F-9D4A-F44CC6B9CA5C}" type="pres">
      <dgm:prSet presAssocID="{D62D4730-0C2F-426F-AB35-E8712773038E}" presName="node" presStyleLbl="node1" presStyleIdx="4" presStyleCnt="11">
        <dgm:presLayoutVars>
          <dgm:bulletEnabled val="1"/>
        </dgm:presLayoutVars>
      </dgm:prSet>
      <dgm:spPr/>
    </dgm:pt>
    <dgm:pt modelId="{31B38623-BF85-4DA6-9437-232107551D3D}" type="pres">
      <dgm:prSet presAssocID="{5A429ACE-F4A0-49A0-AE9E-A8E353EFFEB3}" presName="sibTrans" presStyleLbl="sibTrans1D1" presStyleIdx="4" presStyleCnt="10"/>
      <dgm:spPr/>
    </dgm:pt>
    <dgm:pt modelId="{EE8FA8FE-B35B-4A90-A777-3B3B7005E4F6}" type="pres">
      <dgm:prSet presAssocID="{5A429ACE-F4A0-49A0-AE9E-A8E353EFFEB3}" presName="connectorText" presStyleLbl="sibTrans1D1" presStyleIdx="4" presStyleCnt="10"/>
      <dgm:spPr/>
    </dgm:pt>
    <dgm:pt modelId="{B8B0CE4F-317E-42E5-8D75-9DF605BCA57E}" type="pres">
      <dgm:prSet presAssocID="{060AC462-E9D3-408E-B878-D29F8E18AD0B}" presName="node" presStyleLbl="node1" presStyleIdx="5" presStyleCnt="11">
        <dgm:presLayoutVars>
          <dgm:bulletEnabled val="1"/>
        </dgm:presLayoutVars>
      </dgm:prSet>
      <dgm:spPr/>
    </dgm:pt>
    <dgm:pt modelId="{F5F1BA2D-1FB1-47FA-B5C3-0DA3A1F2DC04}" type="pres">
      <dgm:prSet presAssocID="{36E02DD0-7DE6-47DF-938B-671987682F75}" presName="sibTrans" presStyleLbl="sibTrans1D1" presStyleIdx="5" presStyleCnt="10"/>
      <dgm:spPr/>
    </dgm:pt>
    <dgm:pt modelId="{45054576-3F13-48EE-9B37-BC2510DEA1F5}" type="pres">
      <dgm:prSet presAssocID="{36E02DD0-7DE6-47DF-938B-671987682F75}" presName="connectorText" presStyleLbl="sibTrans1D1" presStyleIdx="5" presStyleCnt="10"/>
      <dgm:spPr/>
    </dgm:pt>
    <dgm:pt modelId="{409210D8-5E6D-4F7B-99AB-447E2EDFF093}" type="pres">
      <dgm:prSet presAssocID="{38FA43C6-0CEF-4FF6-99D3-32520718AFD9}" presName="node" presStyleLbl="node1" presStyleIdx="6" presStyleCnt="11">
        <dgm:presLayoutVars>
          <dgm:bulletEnabled val="1"/>
        </dgm:presLayoutVars>
      </dgm:prSet>
      <dgm:spPr/>
    </dgm:pt>
    <dgm:pt modelId="{8AC51812-5A44-4F28-AF25-B6957A84906B}" type="pres">
      <dgm:prSet presAssocID="{2F9048D3-ABEC-4892-9F02-E3231465FE3F}" presName="sibTrans" presStyleLbl="sibTrans1D1" presStyleIdx="6" presStyleCnt="10"/>
      <dgm:spPr/>
    </dgm:pt>
    <dgm:pt modelId="{F083EC1F-7AE8-441F-B0C3-8BA1B48BD4C1}" type="pres">
      <dgm:prSet presAssocID="{2F9048D3-ABEC-4892-9F02-E3231465FE3F}" presName="connectorText" presStyleLbl="sibTrans1D1" presStyleIdx="6" presStyleCnt="10"/>
      <dgm:spPr/>
    </dgm:pt>
    <dgm:pt modelId="{01763097-C344-4EC5-874C-AB8AD3E16609}" type="pres">
      <dgm:prSet presAssocID="{3C69074B-D521-4121-B293-38C065F48299}" presName="node" presStyleLbl="node1" presStyleIdx="7" presStyleCnt="11">
        <dgm:presLayoutVars>
          <dgm:bulletEnabled val="1"/>
        </dgm:presLayoutVars>
      </dgm:prSet>
      <dgm:spPr/>
    </dgm:pt>
    <dgm:pt modelId="{4A2CF97C-6B83-4656-A6E4-6858980C4473}" type="pres">
      <dgm:prSet presAssocID="{F2C8F479-364E-45C4-8786-038CA4F62353}" presName="sibTrans" presStyleLbl="sibTrans1D1" presStyleIdx="7" presStyleCnt="10"/>
      <dgm:spPr/>
    </dgm:pt>
    <dgm:pt modelId="{F20935BD-7FF8-426F-A194-B44FDDDE0AB1}" type="pres">
      <dgm:prSet presAssocID="{F2C8F479-364E-45C4-8786-038CA4F62353}" presName="connectorText" presStyleLbl="sibTrans1D1" presStyleIdx="7" presStyleCnt="10"/>
      <dgm:spPr/>
    </dgm:pt>
    <dgm:pt modelId="{B7E4AB44-C74B-4D7B-8C6F-CD3A00F4B6AE}" type="pres">
      <dgm:prSet presAssocID="{5F48A72A-9C9E-424C-9477-6BF8C16523D9}" presName="node" presStyleLbl="node1" presStyleIdx="8" presStyleCnt="11">
        <dgm:presLayoutVars>
          <dgm:bulletEnabled val="1"/>
        </dgm:presLayoutVars>
      </dgm:prSet>
      <dgm:spPr/>
    </dgm:pt>
    <dgm:pt modelId="{3CE8ADDE-7A36-4930-8056-0BDE83ECA39D}" type="pres">
      <dgm:prSet presAssocID="{B49391C6-4845-4540-92CB-3A575632E81D}" presName="sibTrans" presStyleLbl="sibTrans1D1" presStyleIdx="8" presStyleCnt="10"/>
      <dgm:spPr/>
    </dgm:pt>
    <dgm:pt modelId="{632876C0-A901-4A8C-8D93-F6ABDF73060C}" type="pres">
      <dgm:prSet presAssocID="{B49391C6-4845-4540-92CB-3A575632E81D}" presName="connectorText" presStyleLbl="sibTrans1D1" presStyleIdx="8" presStyleCnt="10"/>
      <dgm:spPr/>
    </dgm:pt>
    <dgm:pt modelId="{D5473B32-A1CA-45D3-B446-4530F4BF90A1}" type="pres">
      <dgm:prSet presAssocID="{C52E9550-983C-4408-89FD-CAEDB1385253}" presName="node" presStyleLbl="node1" presStyleIdx="9" presStyleCnt="11">
        <dgm:presLayoutVars>
          <dgm:bulletEnabled val="1"/>
        </dgm:presLayoutVars>
      </dgm:prSet>
      <dgm:spPr/>
    </dgm:pt>
    <dgm:pt modelId="{4AA588BF-F28E-4802-A288-F138ECB10A8A}" type="pres">
      <dgm:prSet presAssocID="{0DE48B75-7A5F-47FD-8C14-54D0998E2F7B}" presName="sibTrans" presStyleLbl="sibTrans1D1" presStyleIdx="9" presStyleCnt="10"/>
      <dgm:spPr/>
    </dgm:pt>
    <dgm:pt modelId="{7EB3F6E6-68C6-400F-9641-7CCBE06B06F4}" type="pres">
      <dgm:prSet presAssocID="{0DE48B75-7A5F-47FD-8C14-54D0998E2F7B}" presName="connectorText" presStyleLbl="sibTrans1D1" presStyleIdx="9" presStyleCnt="10"/>
      <dgm:spPr/>
    </dgm:pt>
    <dgm:pt modelId="{24AAFEE1-FCBB-4985-8282-B489C6C4F761}" type="pres">
      <dgm:prSet presAssocID="{FFBAE25D-3238-483D-BB91-DA455735FEAC}" presName="node" presStyleLbl="node1" presStyleIdx="10" presStyleCnt="11">
        <dgm:presLayoutVars>
          <dgm:bulletEnabled val="1"/>
        </dgm:presLayoutVars>
      </dgm:prSet>
      <dgm:spPr/>
    </dgm:pt>
  </dgm:ptLst>
  <dgm:cxnLst>
    <dgm:cxn modelId="{278A0307-6503-4A34-A01D-829B58D28F58}" srcId="{28737C93-BA2C-4ABC-AA2A-6C195CAC5CD5}" destId="{060AC462-E9D3-408E-B878-D29F8E18AD0B}" srcOrd="5" destOrd="0" parTransId="{C18D5947-2693-4AC8-9746-F73C5CD1A4AB}" sibTransId="{36E02DD0-7DE6-47DF-938B-671987682F75}"/>
    <dgm:cxn modelId="{0602340E-DAF2-4ABD-BA99-10FE495A24C5}" type="presOf" srcId="{0DE48B75-7A5F-47FD-8C14-54D0998E2F7B}" destId="{7EB3F6E6-68C6-400F-9641-7CCBE06B06F4}" srcOrd="1" destOrd="0" presId="urn:microsoft.com/office/officeart/2016/7/layout/RepeatingBendingProcessNew"/>
    <dgm:cxn modelId="{2CB78615-5515-4FBF-8B26-3B308394E556}" type="presOf" srcId="{B49391C6-4845-4540-92CB-3A575632E81D}" destId="{632876C0-A901-4A8C-8D93-F6ABDF73060C}" srcOrd="1" destOrd="0" presId="urn:microsoft.com/office/officeart/2016/7/layout/RepeatingBendingProcessNew"/>
    <dgm:cxn modelId="{076C351B-E59C-4348-ABC5-3BEBC72AF48A}" type="presOf" srcId="{B49391C6-4845-4540-92CB-3A575632E81D}" destId="{3CE8ADDE-7A36-4930-8056-0BDE83ECA39D}" srcOrd="0" destOrd="0" presId="urn:microsoft.com/office/officeart/2016/7/layout/RepeatingBendingProcessNew"/>
    <dgm:cxn modelId="{3EEAEB22-3C2C-4407-BC6B-71A910CC00FD}" type="presOf" srcId="{F2C8F479-364E-45C4-8786-038CA4F62353}" destId="{F20935BD-7FF8-426F-A194-B44FDDDE0AB1}" srcOrd="1" destOrd="0" presId="urn:microsoft.com/office/officeart/2016/7/layout/RepeatingBendingProcessNew"/>
    <dgm:cxn modelId="{7FEE7A29-E68D-4FFB-AECD-F4D72F5A0967}" type="presOf" srcId="{36E02DD0-7DE6-47DF-938B-671987682F75}" destId="{F5F1BA2D-1FB1-47FA-B5C3-0DA3A1F2DC04}" srcOrd="0" destOrd="0" presId="urn:microsoft.com/office/officeart/2016/7/layout/RepeatingBendingProcessNew"/>
    <dgm:cxn modelId="{987E0430-47B1-4CD8-BE5C-7569C7E81B25}" type="presOf" srcId="{AB6DD6D9-3A72-4649-9B2B-D1A6DA34A1A9}" destId="{8FA2903F-9F51-46C2-94A7-4C32B09058B6}" srcOrd="0" destOrd="0" presId="urn:microsoft.com/office/officeart/2016/7/layout/RepeatingBendingProcessNew"/>
    <dgm:cxn modelId="{CCECF433-0193-4400-96C1-7A188B242D18}" type="presOf" srcId="{060AC462-E9D3-408E-B878-D29F8E18AD0B}" destId="{B8B0CE4F-317E-42E5-8D75-9DF605BCA57E}" srcOrd="0" destOrd="0" presId="urn:microsoft.com/office/officeart/2016/7/layout/RepeatingBendingProcessNew"/>
    <dgm:cxn modelId="{49235B35-3E1C-4DD3-B4BB-FCDC47AF2CB4}" type="presOf" srcId="{FFBAE25D-3238-483D-BB91-DA455735FEAC}" destId="{24AAFEE1-FCBB-4985-8282-B489C6C4F761}" srcOrd="0" destOrd="0" presId="urn:microsoft.com/office/officeart/2016/7/layout/RepeatingBendingProcessNew"/>
    <dgm:cxn modelId="{51569335-8B3E-4B91-86FC-CA0804031CC3}" srcId="{28737C93-BA2C-4ABC-AA2A-6C195CAC5CD5}" destId="{FFBAE25D-3238-483D-BB91-DA455735FEAC}" srcOrd="10" destOrd="0" parTransId="{0AB5DB61-1614-4E6A-8F48-A9D1B2598DDA}" sibTransId="{8E5EBBED-8F9F-4AF9-9913-ACAD4091DC85}"/>
    <dgm:cxn modelId="{711F5539-8FE1-4203-8203-62492B39F530}" type="presOf" srcId="{948FDB3B-C89A-4755-AD4D-330834473597}" destId="{59589589-2254-439C-9AEA-E7FC73018FDA}" srcOrd="0" destOrd="0" presId="urn:microsoft.com/office/officeart/2016/7/layout/RepeatingBendingProcessNew"/>
    <dgm:cxn modelId="{42443A3C-71FB-406A-9D21-C66C788B7B1E}" srcId="{28737C93-BA2C-4ABC-AA2A-6C195CAC5CD5}" destId="{A9DE61EB-64D3-4A52-B278-5A13DCCFABF9}" srcOrd="2" destOrd="0" parTransId="{FEC3258F-5055-40EF-B9A6-65A3F6164307}" sibTransId="{7CA8D60F-EEEC-40ED-A747-32E12955F893}"/>
    <dgm:cxn modelId="{663A2E3F-57B7-46CF-B5BC-F60920573940}" type="presOf" srcId="{2F9048D3-ABEC-4892-9F02-E3231465FE3F}" destId="{F083EC1F-7AE8-441F-B0C3-8BA1B48BD4C1}" srcOrd="1" destOrd="0" presId="urn:microsoft.com/office/officeart/2016/7/layout/RepeatingBendingProcessNew"/>
    <dgm:cxn modelId="{5FD63A43-3AF7-454D-A2ED-0966ACAE6DBA}" srcId="{28737C93-BA2C-4ABC-AA2A-6C195CAC5CD5}" destId="{820E95FA-32FB-4A31-999F-2DB7118EE40B}" srcOrd="3" destOrd="0" parTransId="{E814EA5E-882D-445C-832A-8B91A5B3E9F5}" sibTransId="{302FB94D-61F7-4E86-8C6F-47870AF248BC}"/>
    <dgm:cxn modelId="{DCA6D746-DC39-486C-9F82-240E6048240E}" type="presOf" srcId="{948FDB3B-C89A-4755-AD4D-330834473597}" destId="{CB9CB184-6D02-4599-8A47-4CF25C8B7CCE}" srcOrd="1" destOrd="0" presId="urn:microsoft.com/office/officeart/2016/7/layout/RepeatingBendingProcessNew"/>
    <dgm:cxn modelId="{741DE647-E128-4BA7-8BEA-02DAA224C8D6}" type="presOf" srcId="{820E95FA-32FB-4A31-999F-2DB7118EE40B}" destId="{5A70E500-3F09-4D10-BF68-64E6B658EC7C}" srcOrd="0" destOrd="0" presId="urn:microsoft.com/office/officeart/2016/7/layout/RepeatingBendingProcessNew"/>
    <dgm:cxn modelId="{CB58FD49-2334-4808-B178-00BE596D2D8D}" type="presOf" srcId="{3C69074B-D521-4121-B293-38C065F48299}" destId="{01763097-C344-4EC5-874C-AB8AD3E16609}" srcOrd="0" destOrd="0" presId="urn:microsoft.com/office/officeart/2016/7/layout/RepeatingBendingProcessNew"/>
    <dgm:cxn modelId="{77983277-7C57-47A7-ABA8-52DE04D22914}" type="presOf" srcId="{38FA43C6-0CEF-4FF6-99D3-32520718AFD9}" destId="{409210D8-5E6D-4F7B-99AB-447E2EDFF093}" srcOrd="0" destOrd="0" presId="urn:microsoft.com/office/officeart/2016/7/layout/RepeatingBendingProcessNew"/>
    <dgm:cxn modelId="{554F7681-A990-4B63-97A6-4DD1813E479B}" type="presOf" srcId="{7CA8D60F-EEEC-40ED-A747-32E12955F893}" destId="{278BD1A4-B465-4EA4-8D88-30B7D8DBF904}" srcOrd="1" destOrd="0" presId="urn:microsoft.com/office/officeart/2016/7/layout/RepeatingBendingProcessNew"/>
    <dgm:cxn modelId="{C55E3090-1DFE-4368-A59E-A82E3F4584D8}" srcId="{28737C93-BA2C-4ABC-AA2A-6C195CAC5CD5}" destId="{3C69074B-D521-4121-B293-38C065F48299}" srcOrd="7" destOrd="0" parTransId="{41BAA905-5AF8-4CA3-A029-281C846F30CF}" sibTransId="{F2C8F479-364E-45C4-8786-038CA4F62353}"/>
    <dgm:cxn modelId="{8180F495-F0F8-45AE-AC59-1B83B07CF3F2}" type="presOf" srcId="{5F48A72A-9C9E-424C-9477-6BF8C16523D9}" destId="{B7E4AB44-C74B-4D7B-8C6F-CD3A00F4B6AE}" srcOrd="0" destOrd="0" presId="urn:microsoft.com/office/officeart/2016/7/layout/RepeatingBendingProcessNew"/>
    <dgm:cxn modelId="{4B1AEE9B-C0DD-42D7-A181-6600AAC9F51E}" srcId="{28737C93-BA2C-4ABC-AA2A-6C195CAC5CD5}" destId="{38FA43C6-0CEF-4FF6-99D3-32520718AFD9}" srcOrd="6" destOrd="0" parTransId="{BC07F7AE-B099-4072-91E1-CBD3D7FA69F1}" sibTransId="{2F9048D3-ABEC-4892-9F02-E3231465FE3F}"/>
    <dgm:cxn modelId="{9C9B6FA4-D255-49A2-AEF3-7578F197610F}" srcId="{28737C93-BA2C-4ABC-AA2A-6C195CAC5CD5}" destId="{74E89472-80D3-4A51-9043-A00E177322F0}" srcOrd="1" destOrd="0" parTransId="{95746BEE-B556-40A3-924C-E34BC3820B85}" sibTransId="{948FDB3B-C89A-4755-AD4D-330834473597}"/>
    <dgm:cxn modelId="{AAE16CA5-3C3B-4BDF-B034-02F369EA1B57}" type="presOf" srcId="{0DE48B75-7A5F-47FD-8C14-54D0998E2F7B}" destId="{4AA588BF-F28E-4802-A288-F138ECB10A8A}" srcOrd="0" destOrd="0" presId="urn:microsoft.com/office/officeart/2016/7/layout/RepeatingBendingProcessNew"/>
    <dgm:cxn modelId="{C00333AD-CA60-4C1D-8A3B-C1C67E322006}" type="presOf" srcId="{A9DE61EB-64D3-4A52-B278-5A13DCCFABF9}" destId="{44F46712-5CEC-42F3-8E4B-D35EDC8BCF90}" srcOrd="0" destOrd="0" presId="urn:microsoft.com/office/officeart/2016/7/layout/RepeatingBendingProcessNew"/>
    <dgm:cxn modelId="{435BB0AF-DA10-4B5C-8783-9CB70BA20B20}" type="presOf" srcId="{302FB94D-61F7-4E86-8C6F-47870AF248BC}" destId="{F063A834-ABF8-4D7F-9D05-87BE64EC3365}" srcOrd="0" destOrd="0" presId="urn:microsoft.com/office/officeart/2016/7/layout/RepeatingBendingProcessNew"/>
    <dgm:cxn modelId="{2C504CB4-908E-4D32-BDF5-BE8695E5B093}" type="presOf" srcId="{AB6DD6D9-3A72-4649-9B2B-D1A6DA34A1A9}" destId="{41C9C3C0-2BEA-48BD-909F-26DDA1AB848E}" srcOrd="1" destOrd="0" presId="urn:microsoft.com/office/officeart/2016/7/layout/RepeatingBendingProcessNew"/>
    <dgm:cxn modelId="{BB4F62B9-1DAA-449F-9887-1917F52930A0}" type="presOf" srcId="{302FB94D-61F7-4E86-8C6F-47870AF248BC}" destId="{18FC7D07-A2FD-450E-8840-4DAC0FD7BEC7}" srcOrd="1" destOrd="0" presId="urn:microsoft.com/office/officeart/2016/7/layout/RepeatingBendingProcessNew"/>
    <dgm:cxn modelId="{012281BB-B634-4F04-B53D-9ABC57290FE6}" type="presOf" srcId="{5A429ACE-F4A0-49A0-AE9E-A8E353EFFEB3}" destId="{31B38623-BF85-4DA6-9437-232107551D3D}" srcOrd="0" destOrd="0" presId="urn:microsoft.com/office/officeart/2016/7/layout/RepeatingBendingProcessNew"/>
    <dgm:cxn modelId="{3CAC97BC-B56C-4629-B91A-3A2ECD0B1EA3}" srcId="{28737C93-BA2C-4ABC-AA2A-6C195CAC5CD5}" destId="{5F48A72A-9C9E-424C-9477-6BF8C16523D9}" srcOrd="8" destOrd="0" parTransId="{21C187ED-05D7-425F-9925-84F985780067}" sibTransId="{B49391C6-4845-4540-92CB-3A575632E81D}"/>
    <dgm:cxn modelId="{EE267CC2-4B99-4822-BD82-30A4192884D5}" type="presOf" srcId="{7CA8D60F-EEEC-40ED-A747-32E12955F893}" destId="{E1CCFB6F-3A2A-46EB-8FE4-D44BFF6D60F2}" srcOrd="0" destOrd="0" presId="urn:microsoft.com/office/officeart/2016/7/layout/RepeatingBendingProcessNew"/>
    <dgm:cxn modelId="{67456BC4-58F8-4FD1-A638-5AC3127483B4}" srcId="{28737C93-BA2C-4ABC-AA2A-6C195CAC5CD5}" destId="{C52E9550-983C-4408-89FD-CAEDB1385253}" srcOrd="9" destOrd="0" parTransId="{1F83CC19-D933-4CDB-941C-95949084250E}" sibTransId="{0DE48B75-7A5F-47FD-8C14-54D0998E2F7B}"/>
    <dgm:cxn modelId="{C4A424CC-1015-4C26-B0A4-AA7CF5C30A34}" type="presOf" srcId="{2F9048D3-ABEC-4892-9F02-E3231465FE3F}" destId="{8AC51812-5A44-4F28-AF25-B6957A84906B}" srcOrd="0" destOrd="0" presId="urn:microsoft.com/office/officeart/2016/7/layout/RepeatingBendingProcessNew"/>
    <dgm:cxn modelId="{2F8BDFCC-BCE0-4776-B863-E04A06D50EC4}" type="presOf" srcId="{74E89472-80D3-4A51-9043-A00E177322F0}" destId="{B726372A-BAEB-4F71-871E-F8095DA2C488}" srcOrd="0" destOrd="0" presId="urn:microsoft.com/office/officeart/2016/7/layout/RepeatingBendingProcessNew"/>
    <dgm:cxn modelId="{99ED16D7-CF1B-4127-9CF6-148D5AFFEABD}" type="presOf" srcId="{36E02DD0-7DE6-47DF-938B-671987682F75}" destId="{45054576-3F13-48EE-9B37-BC2510DEA1F5}" srcOrd="1" destOrd="0" presId="urn:microsoft.com/office/officeart/2016/7/layout/RepeatingBendingProcessNew"/>
    <dgm:cxn modelId="{D10099D7-62AC-4A61-B75D-A99F4705A9BD}" type="presOf" srcId="{6DB3A59A-221A-42B5-B72D-77B7048B1FF3}" destId="{A3A08C61-6FE5-4232-A087-E385D9085077}" srcOrd="0" destOrd="0" presId="urn:microsoft.com/office/officeart/2016/7/layout/RepeatingBendingProcessNew"/>
    <dgm:cxn modelId="{A189B2E3-E5B4-4875-AABB-3DB57BE6C6DE}" srcId="{28737C93-BA2C-4ABC-AA2A-6C195CAC5CD5}" destId="{D62D4730-0C2F-426F-AB35-E8712773038E}" srcOrd="4" destOrd="0" parTransId="{BA8C4E51-F7AE-4A79-9FDF-DB2909DF3DD7}" sibTransId="{5A429ACE-F4A0-49A0-AE9E-A8E353EFFEB3}"/>
    <dgm:cxn modelId="{112147E4-88EB-467A-B83F-BD816E2864FC}" type="presOf" srcId="{C52E9550-983C-4408-89FD-CAEDB1385253}" destId="{D5473B32-A1CA-45D3-B446-4530F4BF90A1}" srcOrd="0" destOrd="0" presId="urn:microsoft.com/office/officeart/2016/7/layout/RepeatingBendingProcessNew"/>
    <dgm:cxn modelId="{B95F46E6-EA63-4A4A-B171-84E71A8B2969}" srcId="{28737C93-BA2C-4ABC-AA2A-6C195CAC5CD5}" destId="{6DB3A59A-221A-42B5-B72D-77B7048B1FF3}" srcOrd="0" destOrd="0" parTransId="{C9B55F47-1EF8-4B48-9425-F1FDE20F18B4}" sibTransId="{AB6DD6D9-3A72-4649-9B2B-D1A6DA34A1A9}"/>
    <dgm:cxn modelId="{7F6681ED-B68B-4B1E-AB40-C3FEFD96B2A4}" type="presOf" srcId="{28737C93-BA2C-4ABC-AA2A-6C195CAC5CD5}" destId="{C97BE55D-0449-4D2A-B003-D50584CCA040}" srcOrd="0" destOrd="0" presId="urn:microsoft.com/office/officeart/2016/7/layout/RepeatingBendingProcessNew"/>
    <dgm:cxn modelId="{E478AFEE-11B3-459E-9703-FE9EE29AC07D}" type="presOf" srcId="{5A429ACE-F4A0-49A0-AE9E-A8E353EFFEB3}" destId="{EE8FA8FE-B35B-4A90-A777-3B3B7005E4F6}" srcOrd="1" destOrd="0" presId="urn:microsoft.com/office/officeart/2016/7/layout/RepeatingBendingProcessNew"/>
    <dgm:cxn modelId="{3456CCF4-7574-4122-B2A8-1FA63AD1A51D}" type="presOf" srcId="{F2C8F479-364E-45C4-8786-038CA4F62353}" destId="{4A2CF97C-6B83-4656-A6E4-6858980C4473}" srcOrd="0" destOrd="0" presId="urn:microsoft.com/office/officeart/2016/7/layout/RepeatingBendingProcessNew"/>
    <dgm:cxn modelId="{F0F006FD-6E3F-4FCF-BBD7-6A71F91470B9}" type="presOf" srcId="{D62D4730-0C2F-426F-AB35-E8712773038E}" destId="{ABE3B2D6-2E93-4E5F-9D4A-F44CC6B9CA5C}" srcOrd="0" destOrd="0" presId="urn:microsoft.com/office/officeart/2016/7/layout/RepeatingBendingProcessNew"/>
    <dgm:cxn modelId="{171B4A65-1FDF-4AEE-97BB-794B36035ECD}" type="presParOf" srcId="{C97BE55D-0449-4D2A-B003-D50584CCA040}" destId="{A3A08C61-6FE5-4232-A087-E385D9085077}" srcOrd="0" destOrd="0" presId="urn:microsoft.com/office/officeart/2016/7/layout/RepeatingBendingProcessNew"/>
    <dgm:cxn modelId="{76465B10-1ADF-4047-B00B-CBB5CFCBCEDF}" type="presParOf" srcId="{C97BE55D-0449-4D2A-B003-D50584CCA040}" destId="{8FA2903F-9F51-46C2-94A7-4C32B09058B6}" srcOrd="1" destOrd="0" presId="urn:microsoft.com/office/officeart/2016/7/layout/RepeatingBendingProcessNew"/>
    <dgm:cxn modelId="{6148DADE-C139-4F4B-AEAB-0601C9372885}" type="presParOf" srcId="{8FA2903F-9F51-46C2-94A7-4C32B09058B6}" destId="{41C9C3C0-2BEA-48BD-909F-26DDA1AB848E}" srcOrd="0" destOrd="0" presId="urn:microsoft.com/office/officeart/2016/7/layout/RepeatingBendingProcessNew"/>
    <dgm:cxn modelId="{9072700C-AEBE-4A29-9B39-4301E538B457}" type="presParOf" srcId="{C97BE55D-0449-4D2A-B003-D50584CCA040}" destId="{B726372A-BAEB-4F71-871E-F8095DA2C488}" srcOrd="2" destOrd="0" presId="urn:microsoft.com/office/officeart/2016/7/layout/RepeatingBendingProcessNew"/>
    <dgm:cxn modelId="{E4E58C18-F20A-4D89-A1DD-BABBFFB3D0E2}" type="presParOf" srcId="{C97BE55D-0449-4D2A-B003-D50584CCA040}" destId="{59589589-2254-439C-9AEA-E7FC73018FDA}" srcOrd="3" destOrd="0" presId="urn:microsoft.com/office/officeart/2016/7/layout/RepeatingBendingProcessNew"/>
    <dgm:cxn modelId="{1BB56DF2-441F-4248-A255-77BE7DD23AB5}" type="presParOf" srcId="{59589589-2254-439C-9AEA-E7FC73018FDA}" destId="{CB9CB184-6D02-4599-8A47-4CF25C8B7CCE}" srcOrd="0" destOrd="0" presId="urn:microsoft.com/office/officeart/2016/7/layout/RepeatingBendingProcessNew"/>
    <dgm:cxn modelId="{C192D786-CAF7-490E-9966-BF5099EEC909}" type="presParOf" srcId="{C97BE55D-0449-4D2A-B003-D50584CCA040}" destId="{44F46712-5CEC-42F3-8E4B-D35EDC8BCF90}" srcOrd="4" destOrd="0" presId="urn:microsoft.com/office/officeart/2016/7/layout/RepeatingBendingProcessNew"/>
    <dgm:cxn modelId="{543F664A-DA7A-4CEB-A34E-8C2B5FCC2582}" type="presParOf" srcId="{C97BE55D-0449-4D2A-B003-D50584CCA040}" destId="{E1CCFB6F-3A2A-46EB-8FE4-D44BFF6D60F2}" srcOrd="5" destOrd="0" presId="urn:microsoft.com/office/officeart/2016/7/layout/RepeatingBendingProcessNew"/>
    <dgm:cxn modelId="{FAC68B44-54C1-40BD-ABC9-4B648199ABDD}" type="presParOf" srcId="{E1CCFB6F-3A2A-46EB-8FE4-D44BFF6D60F2}" destId="{278BD1A4-B465-4EA4-8D88-30B7D8DBF904}" srcOrd="0" destOrd="0" presId="urn:microsoft.com/office/officeart/2016/7/layout/RepeatingBendingProcessNew"/>
    <dgm:cxn modelId="{98A77361-3B24-40A7-A1FA-E55222CEB654}" type="presParOf" srcId="{C97BE55D-0449-4D2A-B003-D50584CCA040}" destId="{5A70E500-3F09-4D10-BF68-64E6B658EC7C}" srcOrd="6" destOrd="0" presId="urn:microsoft.com/office/officeart/2016/7/layout/RepeatingBendingProcessNew"/>
    <dgm:cxn modelId="{A6D8C149-333F-4F8F-90EB-E6612DF0555C}" type="presParOf" srcId="{C97BE55D-0449-4D2A-B003-D50584CCA040}" destId="{F063A834-ABF8-4D7F-9D05-87BE64EC3365}" srcOrd="7" destOrd="0" presId="urn:microsoft.com/office/officeart/2016/7/layout/RepeatingBendingProcessNew"/>
    <dgm:cxn modelId="{4668C1F8-3211-4746-ADCD-E48305AB8C56}" type="presParOf" srcId="{F063A834-ABF8-4D7F-9D05-87BE64EC3365}" destId="{18FC7D07-A2FD-450E-8840-4DAC0FD7BEC7}" srcOrd="0" destOrd="0" presId="urn:microsoft.com/office/officeart/2016/7/layout/RepeatingBendingProcessNew"/>
    <dgm:cxn modelId="{B9BE8466-AA56-4D11-BE80-53ABB084D145}" type="presParOf" srcId="{C97BE55D-0449-4D2A-B003-D50584CCA040}" destId="{ABE3B2D6-2E93-4E5F-9D4A-F44CC6B9CA5C}" srcOrd="8" destOrd="0" presId="urn:microsoft.com/office/officeart/2016/7/layout/RepeatingBendingProcessNew"/>
    <dgm:cxn modelId="{C728630B-453F-4F65-B5C9-769691843089}" type="presParOf" srcId="{C97BE55D-0449-4D2A-B003-D50584CCA040}" destId="{31B38623-BF85-4DA6-9437-232107551D3D}" srcOrd="9" destOrd="0" presId="urn:microsoft.com/office/officeart/2016/7/layout/RepeatingBendingProcessNew"/>
    <dgm:cxn modelId="{43FF6441-E08B-4491-87A1-D8198CC1BF0B}" type="presParOf" srcId="{31B38623-BF85-4DA6-9437-232107551D3D}" destId="{EE8FA8FE-B35B-4A90-A777-3B3B7005E4F6}" srcOrd="0" destOrd="0" presId="urn:microsoft.com/office/officeart/2016/7/layout/RepeatingBendingProcessNew"/>
    <dgm:cxn modelId="{E1D115C7-10B3-4A8E-B10E-66B8D76EEA05}" type="presParOf" srcId="{C97BE55D-0449-4D2A-B003-D50584CCA040}" destId="{B8B0CE4F-317E-42E5-8D75-9DF605BCA57E}" srcOrd="10" destOrd="0" presId="urn:microsoft.com/office/officeart/2016/7/layout/RepeatingBendingProcessNew"/>
    <dgm:cxn modelId="{32CFED9B-2A76-4707-B649-C4FE58810EC7}" type="presParOf" srcId="{C97BE55D-0449-4D2A-B003-D50584CCA040}" destId="{F5F1BA2D-1FB1-47FA-B5C3-0DA3A1F2DC04}" srcOrd="11" destOrd="0" presId="urn:microsoft.com/office/officeart/2016/7/layout/RepeatingBendingProcessNew"/>
    <dgm:cxn modelId="{BF39BDC1-F005-4AD5-8D53-F3B66A0FAF36}" type="presParOf" srcId="{F5F1BA2D-1FB1-47FA-B5C3-0DA3A1F2DC04}" destId="{45054576-3F13-48EE-9B37-BC2510DEA1F5}" srcOrd="0" destOrd="0" presId="urn:microsoft.com/office/officeart/2016/7/layout/RepeatingBendingProcessNew"/>
    <dgm:cxn modelId="{9B7DDE39-8724-487F-B326-E6A240301947}" type="presParOf" srcId="{C97BE55D-0449-4D2A-B003-D50584CCA040}" destId="{409210D8-5E6D-4F7B-99AB-447E2EDFF093}" srcOrd="12" destOrd="0" presId="urn:microsoft.com/office/officeart/2016/7/layout/RepeatingBendingProcessNew"/>
    <dgm:cxn modelId="{A188864C-6634-4157-BC41-67F604DF736C}" type="presParOf" srcId="{C97BE55D-0449-4D2A-B003-D50584CCA040}" destId="{8AC51812-5A44-4F28-AF25-B6957A84906B}" srcOrd="13" destOrd="0" presId="urn:microsoft.com/office/officeart/2016/7/layout/RepeatingBendingProcessNew"/>
    <dgm:cxn modelId="{79AA5B4E-1B3C-4AC0-8E22-5C48600275D7}" type="presParOf" srcId="{8AC51812-5A44-4F28-AF25-B6957A84906B}" destId="{F083EC1F-7AE8-441F-B0C3-8BA1B48BD4C1}" srcOrd="0" destOrd="0" presId="urn:microsoft.com/office/officeart/2016/7/layout/RepeatingBendingProcessNew"/>
    <dgm:cxn modelId="{E20A6A6E-113A-40FC-B7D2-FA0021974B7E}" type="presParOf" srcId="{C97BE55D-0449-4D2A-B003-D50584CCA040}" destId="{01763097-C344-4EC5-874C-AB8AD3E16609}" srcOrd="14" destOrd="0" presId="urn:microsoft.com/office/officeart/2016/7/layout/RepeatingBendingProcessNew"/>
    <dgm:cxn modelId="{CF1D142A-89CA-43A3-9437-2372A31A7487}" type="presParOf" srcId="{C97BE55D-0449-4D2A-B003-D50584CCA040}" destId="{4A2CF97C-6B83-4656-A6E4-6858980C4473}" srcOrd="15" destOrd="0" presId="urn:microsoft.com/office/officeart/2016/7/layout/RepeatingBendingProcessNew"/>
    <dgm:cxn modelId="{8B5684B4-01C9-455D-A84E-25C1572954CB}" type="presParOf" srcId="{4A2CF97C-6B83-4656-A6E4-6858980C4473}" destId="{F20935BD-7FF8-426F-A194-B44FDDDE0AB1}" srcOrd="0" destOrd="0" presId="urn:microsoft.com/office/officeart/2016/7/layout/RepeatingBendingProcessNew"/>
    <dgm:cxn modelId="{C9C0633E-829C-4EE7-8E4B-478809B4EBC4}" type="presParOf" srcId="{C97BE55D-0449-4D2A-B003-D50584CCA040}" destId="{B7E4AB44-C74B-4D7B-8C6F-CD3A00F4B6AE}" srcOrd="16" destOrd="0" presId="urn:microsoft.com/office/officeart/2016/7/layout/RepeatingBendingProcessNew"/>
    <dgm:cxn modelId="{B2D2BE45-2F68-4EFF-B911-D7507C01988A}" type="presParOf" srcId="{C97BE55D-0449-4D2A-B003-D50584CCA040}" destId="{3CE8ADDE-7A36-4930-8056-0BDE83ECA39D}" srcOrd="17" destOrd="0" presId="urn:microsoft.com/office/officeart/2016/7/layout/RepeatingBendingProcessNew"/>
    <dgm:cxn modelId="{B7247774-5356-4201-9664-49F84C4AF5B2}" type="presParOf" srcId="{3CE8ADDE-7A36-4930-8056-0BDE83ECA39D}" destId="{632876C0-A901-4A8C-8D93-F6ABDF73060C}" srcOrd="0" destOrd="0" presId="urn:microsoft.com/office/officeart/2016/7/layout/RepeatingBendingProcessNew"/>
    <dgm:cxn modelId="{8BAF4279-A500-4ACC-B9C0-79E2313D83EA}" type="presParOf" srcId="{C97BE55D-0449-4D2A-B003-D50584CCA040}" destId="{D5473B32-A1CA-45D3-B446-4530F4BF90A1}" srcOrd="18" destOrd="0" presId="urn:microsoft.com/office/officeart/2016/7/layout/RepeatingBendingProcessNew"/>
    <dgm:cxn modelId="{FAC8C460-58C1-47DB-BEAD-B859467AB580}" type="presParOf" srcId="{C97BE55D-0449-4D2A-B003-D50584CCA040}" destId="{4AA588BF-F28E-4802-A288-F138ECB10A8A}" srcOrd="19" destOrd="0" presId="urn:microsoft.com/office/officeart/2016/7/layout/RepeatingBendingProcessNew"/>
    <dgm:cxn modelId="{0DE90466-A55F-414C-A938-1B95AF9C84DF}" type="presParOf" srcId="{4AA588BF-F28E-4802-A288-F138ECB10A8A}" destId="{7EB3F6E6-68C6-400F-9641-7CCBE06B06F4}" srcOrd="0" destOrd="0" presId="urn:microsoft.com/office/officeart/2016/7/layout/RepeatingBendingProcessNew"/>
    <dgm:cxn modelId="{7E842E75-BA8E-4D35-A175-4017643F2B32}" type="presParOf" srcId="{C97BE55D-0449-4D2A-B003-D50584CCA040}" destId="{24AAFEE1-FCBB-4985-8282-B489C6C4F761}" srcOrd="2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2903F-9F51-46C2-94A7-4C32B09058B6}">
      <dsp:nvSpPr>
        <dsp:cNvPr id="0" name=""/>
        <dsp:cNvSpPr/>
      </dsp:nvSpPr>
      <dsp:spPr>
        <a:xfrm>
          <a:off x="2669704" y="533944"/>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577453"/>
        <a:ext cx="22113" cy="4422"/>
      </dsp:txXfrm>
    </dsp:sp>
    <dsp:sp modelId="{A3A08C61-6FE5-4232-A087-E385D9085077}">
      <dsp:nvSpPr>
        <dsp:cNvPr id="0" name=""/>
        <dsp:cNvSpPr/>
      </dsp:nvSpPr>
      <dsp:spPr>
        <a:xfrm>
          <a:off x="748607" y="2795"/>
          <a:ext cx="1922896" cy="1153737"/>
        </a:xfrm>
        <a:prstGeom prst="rect">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i="0" kern="1200" baseline="0"/>
            <a:t>Business  Requirement Gathering</a:t>
          </a:r>
          <a:endParaRPr lang="en-US" sz="1700" kern="1200"/>
        </a:p>
      </dsp:txBody>
      <dsp:txXfrm>
        <a:off x="748607" y="2795"/>
        <a:ext cx="1922896" cy="1153737"/>
      </dsp:txXfrm>
    </dsp:sp>
    <dsp:sp modelId="{59589589-2254-439C-9AEA-E7FC73018FDA}">
      <dsp:nvSpPr>
        <dsp:cNvPr id="0" name=""/>
        <dsp:cNvSpPr/>
      </dsp:nvSpPr>
      <dsp:spPr>
        <a:xfrm>
          <a:off x="5034866" y="533944"/>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577453"/>
        <a:ext cx="22113" cy="4422"/>
      </dsp:txXfrm>
    </dsp:sp>
    <dsp:sp modelId="{B726372A-BAEB-4F71-871E-F8095DA2C488}">
      <dsp:nvSpPr>
        <dsp:cNvPr id="0" name=""/>
        <dsp:cNvSpPr/>
      </dsp:nvSpPr>
      <dsp:spPr>
        <a:xfrm>
          <a:off x="3113770" y="2795"/>
          <a:ext cx="1922896" cy="1153737"/>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kern="1200"/>
            <a:t>Understanding of Data</a:t>
          </a:r>
          <a:endParaRPr lang="en-US" sz="1700" kern="1200"/>
        </a:p>
      </dsp:txBody>
      <dsp:txXfrm>
        <a:off x="3113770" y="2795"/>
        <a:ext cx="1922896" cy="1153737"/>
      </dsp:txXfrm>
    </dsp:sp>
    <dsp:sp modelId="{E1CCFB6F-3A2A-46EB-8FE4-D44BFF6D60F2}">
      <dsp:nvSpPr>
        <dsp:cNvPr id="0" name=""/>
        <dsp:cNvSpPr/>
      </dsp:nvSpPr>
      <dsp:spPr>
        <a:xfrm>
          <a:off x="7400029" y="533944"/>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4806" y="577453"/>
        <a:ext cx="22113" cy="4422"/>
      </dsp:txXfrm>
    </dsp:sp>
    <dsp:sp modelId="{44F46712-5CEC-42F3-8E4B-D35EDC8BCF90}">
      <dsp:nvSpPr>
        <dsp:cNvPr id="0" name=""/>
        <dsp:cNvSpPr/>
      </dsp:nvSpPr>
      <dsp:spPr>
        <a:xfrm>
          <a:off x="5478933" y="2795"/>
          <a:ext cx="1922896" cy="1153737"/>
        </a:xfrm>
        <a:prstGeom prst="rect">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kern="1200" dirty="0"/>
            <a:t>Data Connection (Import Data Using Power Query)</a:t>
          </a:r>
          <a:endParaRPr lang="en-US" sz="1700" kern="1200" dirty="0"/>
        </a:p>
      </dsp:txBody>
      <dsp:txXfrm>
        <a:off x="5478933" y="2795"/>
        <a:ext cx="1922896" cy="1153737"/>
      </dsp:txXfrm>
    </dsp:sp>
    <dsp:sp modelId="{F063A834-ABF8-4D7F-9D05-87BE64EC3365}">
      <dsp:nvSpPr>
        <dsp:cNvPr id="0" name=""/>
        <dsp:cNvSpPr/>
      </dsp:nvSpPr>
      <dsp:spPr>
        <a:xfrm>
          <a:off x="1710055" y="1154733"/>
          <a:ext cx="7095488" cy="411666"/>
        </a:xfrm>
        <a:custGeom>
          <a:avLst/>
          <a:gdLst/>
          <a:ahLst/>
          <a:cxnLst/>
          <a:rect l="0" t="0" r="0" b="0"/>
          <a:pathLst>
            <a:path>
              <a:moveTo>
                <a:pt x="7095488" y="0"/>
              </a:moveTo>
              <a:lnTo>
                <a:pt x="7095488" y="222933"/>
              </a:lnTo>
              <a:lnTo>
                <a:pt x="0" y="222933"/>
              </a:lnTo>
              <a:lnTo>
                <a:pt x="0" y="411666"/>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068" y="1358355"/>
        <a:ext cx="355462" cy="4422"/>
      </dsp:txXfrm>
    </dsp:sp>
    <dsp:sp modelId="{5A70E500-3F09-4D10-BF68-64E6B658EC7C}">
      <dsp:nvSpPr>
        <dsp:cNvPr id="0" name=""/>
        <dsp:cNvSpPr/>
      </dsp:nvSpPr>
      <dsp:spPr>
        <a:xfrm>
          <a:off x="7844095" y="2795"/>
          <a:ext cx="1922896" cy="1153737"/>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t>Data Cleaning and Data Quality Check Using Power Query</a:t>
          </a:r>
          <a:endParaRPr lang="en-US" sz="1700" kern="1200" dirty="0"/>
        </a:p>
      </dsp:txBody>
      <dsp:txXfrm>
        <a:off x="7844095" y="2795"/>
        <a:ext cx="1922896" cy="1153737"/>
      </dsp:txXfrm>
    </dsp:sp>
    <dsp:sp modelId="{31B38623-BF85-4DA6-9437-232107551D3D}">
      <dsp:nvSpPr>
        <dsp:cNvPr id="0" name=""/>
        <dsp:cNvSpPr/>
      </dsp:nvSpPr>
      <dsp:spPr>
        <a:xfrm>
          <a:off x="2669704" y="2129949"/>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2173457"/>
        <a:ext cx="22113" cy="4422"/>
      </dsp:txXfrm>
    </dsp:sp>
    <dsp:sp modelId="{ABE3B2D6-2E93-4E5F-9D4A-F44CC6B9CA5C}">
      <dsp:nvSpPr>
        <dsp:cNvPr id="0" name=""/>
        <dsp:cNvSpPr/>
      </dsp:nvSpPr>
      <dsp:spPr>
        <a:xfrm>
          <a:off x="748607" y="1598800"/>
          <a:ext cx="1922896" cy="1153737"/>
        </a:xfrm>
        <a:prstGeom prst="rect">
          <a:avLst/>
        </a:prstGeom>
        <a:solidFill>
          <a:schemeClr val="accent2"/>
        </a:soli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t>Creating Calendar Table using Power Query</a:t>
          </a:r>
          <a:endParaRPr lang="en-US" sz="1700" kern="1200" dirty="0"/>
        </a:p>
      </dsp:txBody>
      <dsp:txXfrm>
        <a:off x="748607" y="1598800"/>
        <a:ext cx="1922896" cy="1153737"/>
      </dsp:txXfrm>
    </dsp:sp>
    <dsp:sp modelId="{F5F1BA2D-1FB1-47FA-B5C3-0DA3A1F2DC04}">
      <dsp:nvSpPr>
        <dsp:cNvPr id="0" name=""/>
        <dsp:cNvSpPr/>
      </dsp:nvSpPr>
      <dsp:spPr>
        <a:xfrm>
          <a:off x="5034866" y="2129949"/>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2173457"/>
        <a:ext cx="22113" cy="4422"/>
      </dsp:txXfrm>
    </dsp:sp>
    <dsp:sp modelId="{B8B0CE4F-317E-42E5-8D75-9DF605BCA57E}">
      <dsp:nvSpPr>
        <dsp:cNvPr id="0" name=""/>
        <dsp:cNvSpPr/>
      </dsp:nvSpPr>
      <dsp:spPr>
        <a:xfrm>
          <a:off x="3113770" y="1598800"/>
          <a:ext cx="1922896" cy="1153737"/>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kern="1200"/>
            <a:t>Data Modeling – Power Pivot</a:t>
          </a:r>
          <a:endParaRPr lang="en-US" sz="1700" kern="1200"/>
        </a:p>
      </dsp:txBody>
      <dsp:txXfrm>
        <a:off x="3113770" y="1598800"/>
        <a:ext cx="1922896" cy="1153737"/>
      </dsp:txXfrm>
    </dsp:sp>
    <dsp:sp modelId="{8AC51812-5A44-4F28-AF25-B6957A84906B}">
      <dsp:nvSpPr>
        <dsp:cNvPr id="0" name=""/>
        <dsp:cNvSpPr/>
      </dsp:nvSpPr>
      <dsp:spPr>
        <a:xfrm>
          <a:off x="7400029" y="2129949"/>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4806" y="2173457"/>
        <a:ext cx="22113" cy="4422"/>
      </dsp:txXfrm>
    </dsp:sp>
    <dsp:sp modelId="{409210D8-5E6D-4F7B-99AB-447E2EDFF093}">
      <dsp:nvSpPr>
        <dsp:cNvPr id="0" name=""/>
        <dsp:cNvSpPr/>
      </dsp:nvSpPr>
      <dsp:spPr>
        <a:xfrm>
          <a:off x="5478933" y="1598800"/>
          <a:ext cx="1922896" cy="1153737"/>
        </a:xfrm>
        <a:prstGeom prst="rect">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kern="1200"/>
            <a:t>Adding Required Columns (DAX Calculation in Power Pivot)</a:t>
          </a:r>
          <a:endParaRPr lang="en-US" sz="1700" kern="1200"/>
        </a:p>
      </dsp:txBody>
      <dsp:txXfrm>
        <a:off x="5478933" y="1598800"/>
        <a:ext cx="1922896" cy="1153737"/>
      </dsp:txXfrm>
    </dsp:sp>
    <dsp:sp modelId="{4A2CF97C-6B83-4656-A6E4-6858980C4473}">
      <dsp:nvSpPr>
        <dsp:cNvPr id="0" name=""/>
        <dsp:cNvSpPr/>
      </dsp:nvSpPr>
      <dsp:spPr>
        <a:xfrm>
          <a:off x="1710055" y="2750737"/>
          <a:ext cx="7095488" cy="411666"/>
        </a:xfrm>
        <a:custGeom>
          <a:avLst/>
          <a:gdLst/>
          <a:ahLst/>
          <a:cxnLst/>
          <a:rect l="0" t="0" r="0" b="0"/>
          <a:pathLst>
            <a:path>
              <a:moveTo>
                <a:pt x="7095488" y="0"/>
              </a:moveTo>
              <a:lnTo>
                <a:pt x="7095488" y="222933"/>
              </a:lnTo>
              <a:lnTo>
                <a:pt x="0" y="222933"/>
              </a:lnTo>
              <a:lnTo>
                <a:pt x="0" y="411666"/>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068" y="2954359"/>
        <a:ext cx="355462" cy="4422"/>
      </dsp:txXfrm>
    </dsp:sp>
    <dsp:sp modelId="{01763097-C344-4EC5-874C-AB8AD3E16609}">
      <dsp:nvSpPr>
        <dsp:cNvPr id="0" name=""/>
        <dsp:cNvSpPr/>
      </dsp:nvSpPr>
      <dsp:spPr>
        <a:xfrm>
          <a:off x="7844095" y="1598800"/>
          <a:ext cx="1922896" cy="1153737"/>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i="0" kern="1200" baseline="0"/>
            <a:t>Creating Pivots and Dashboard Lay outing</a:t>
          </a:r>
          <a:endParaRPr lang="en-US" sz="1700" kern="1200"/>
        </a:p>
      </dsp:txBody>
      <dsp:txXfrm>
        <a:off x="7844095" y="1598800"/>
        <a:ext cx="1922896" cy="1153737"/>
      </dsp:txXfrm>
    </dsp:sp>
    <dsp:sp modelId="{3CE8ADDE-7A36-4930-8056-0BDE83ECA39D}">
      <dsp:nvSpPr>
        <dsp:cNvPr id="0" name=""/>
        <dsp:cNvSpPr/>
      </dsp:nvSpPr>
      <dsp:spPr>
        <a:xfrm>
          <a:off x="2669704" y="3725953"/>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3769461"/>
        <a:ext cx="22113" cy="4422"/>
      </dsp:txXfrm>
    </dsp:sp>
    <dsp:sp modelId="{B7E4AB44-C74B-4D7B-8C6F-CD3A00F4B6AE}">
      <dsp:nvSpPr>
        <dsp:cNvPr id="0" name=""/>
        <dsp:cNvSpPr/>
      </dsp:nvSpPr>
      <dsp:spPr>
        <a:xfrm>
          <a:off x="748607" y="3194804"/>
          <a:ext cx="1922896" cy="1153737"/>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kern="1200" dirty="0"/>
            <a:t>Charts Development and Formatting</a:t>
          </a:r>
          <a:endParaRPr lang="en-US" sz="1700" kern="1200" dirty="0"/>
        </a:p>
      </dsp:txBody>
      <dsp:txXfrm>
        <a:off x="748607" y="3194804"/>
        <a:ext cx="1922896" cy="1153737"/>
      </dsp:txXfrm>
    </dsp:sp>
    <dsp:sp modelId="{4AA588BF-F28E-4802-A288-F138ECB10A8A}">
      <dsp:nvSpPr>
        <dsp:cNvPr id="0" name=""/>
        <dsp:cNvSpPr/>
      </dsp:nvSpPr>
      <dsp:spPr>
        <a:xfrm>
          <a:off x="5034866" y="3725953"/>
          <a:ext cx="411666" cy="91440"/>
        </a:xfrm>
        <a:custGeom>
          <a:avLst/>
          <a:gdLst/>
          <a:ahLst/>
          <a:cxnLst/>
          <a:rect l="0" t="0" r="0" b="0"/>
          <a:pathLst>
            <a:path>
              <a:moveTo>
                <a:pt x="0" y="45720"/>
              </a:moveTo>
              <a:lnTo>
                <a:pt x="411666" y="45720"/>
              </a:lnTo>
            </a:path>
          </a:pathLst>
        </a:custGeom>
        <a:noFill/>
        <a:ln>
          <a:noFill/>
          <a:tailEnd type="arrow"/>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3769461"/>
        <a:ext cx="22113" cy="4422"/>
      </dsp:txXfrm>
    </dsp:sp>
    <dsp:sp modelId="{D5473B32-A1CA-45D3-B446-4530F4BF90A1}">
      <dsp:nvSpPr>
        <dsp:cNvPr id="0" name=""/>
        <dsp:cNvSpPr/>
      </dsp:nvSpPr>
      <dsp:spPr>
        <a:xfrm>
          <a:off x="3113770" y="3194804"/>
          <a:ext cx="1922896" cy="1153737"/>
        </a:xfrm>
        <a:prstGeom prst="rect">
          <a:avLst/>
        </a:prstGeom>
        <a:solidFill>
          <a:schemeClr val="accent1">
            <a:lumMod val="50000"/>
          </a:schemeClr>
        </a:soli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i="0" kern="1200" baseline="0" dirty="0"/>
            <a:t>Dashboard / Report Development</a:t>
          </a:r>
          <a:endParaRPr lang="en-US" sz="1700" kern="1200" dirty="0"/>
        </a:p>
      </dsp:txBody>
      <dsp:txXfrm>
        <a:off x="3113770" y="3194804"/>
        <a:ext cx="1922896" cy="1153737"/>
      </dsp:txXfrm>
    </dsp:sp>
    <dsp:sp modelId="{24AAFEE1-FCBB-4985-8282-B489C6C4F761}">
      <dsp:nvSpPr>
        <dsp:cNvPr id="0" name=""/>
        <dsp:cNvSpPr/>
      </dsp:nvSpPr>
      <dsp:spPr>
        <a:xfrm>
          <a:off x="5478933" y="3194804"/>
          <a:ext cx="1922896" cy="1153737"/>
        </a:xfrm>
        <a:prstGeom prst="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94224" tIns="98904" rIns="94224" bIns="98904" numCol="1" spcCol="1270" anchor="ctr" anchorCtr="0">
          <a:noAutofit/>
        </a:bodyPr>
        <a:lstStyle/>
        <a:p>
          <a:pPr marL="0" lvl="0" indent="0" algn="ctr" defTabSz="755650">
            <a:lnSpc>
              <a:spcPct val="90000"/>
            </a:lnSpc>
            <a:spcBef>
              <a:spcPct val="0"/>
            </a:spcBef>
            <a:spcAft>
              <a:spcPct val="35000"/>
            </a:spcAft>
            <a:buNone/>
          </a:pPr>
          <a:r>
            <a:rPr lang="en-US" sz="1700" b="1" kern="1200"/>
            <a:t>Insights Generation</a:t>
          </a:r>
          <a:endParaRPr lang="en-US" sz="1700" kern="1200"/>
        </a:p>
      </dsp:txBody>
      <dsp:txXfrm>
        <a:off x="5478933" y="3194804"/>
        <a:ext cx="1922896" cy="115373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A375-6759-23D4-CDC6-597F30AE4F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A38741-195C-E665-81AD-FD64C4046F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FB7681-EAE4-BE75-85D9-D78D410AA5DA}"/>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5" name="Footer Placeholder 4">
            <a:extLst>
              <a:ext uri="{FF2B5EF4-FFF2-40B4-BE49-F238E27FC236}">
                <a16:creationId xmlns:a16="http://schemas.microsoft.com/office/drawing/2014/main" id="{8DE30B12-0FB5-BA18-9159-83F4A0FB8E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24413D-72F4-CB4D-C1A5-761934E5BB06}"/>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2883910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D3453-DF1A-7AA1-E26B-4D62B48238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663D97-4E68-36A7-EBDE-4CC5B0FA06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3E05E5-FBE1-4B4B-4C3C-6B47BC74AA76}"/>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5" name="Footer Placeholder 4">
            <a:extLst>
              <a:ext uri="{FF2B5EF4-FFF2-40B4-BE49-F238E27FC236}">
                <a16:creationId xmlns:a16="http://schemas.microsoft.com/office/drawing/2014/main" id="{6CA3D175-6317-F735-5D2F-F3080B52D8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72ACDD-5536-8E70-D44A-A84ECE1BCB46}"/>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1710371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841E-C209-4CE3-2C46-EB0A305F2F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F465A3-4447-BFFE-39D6-4F1E746EAB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84DAFC-D8AB-E411-7AF6-63F4F28A34FC}"/>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5" name="Footer Placeholder 4">
            <a:extLst>
              <a:ext uri="{FF2B5EF4-FFF2-40B4-BE49-F238E27FC236}">
                <a16:creationId xmlns:a16="http://schemas.microsoft.com/office/drawing/2014/main" id="{CD8A1466-565B-2C70-9C77-B447E7C641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4C730-FA9A-7A04-B79A-64F788D151BA}"/>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933003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5312B-24C6-257B-3AB8-60D16193BD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A069CF-A1E7-0773-F57A-77388EFF97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ECFDBB-514F-74BA-2913-97CBC75482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313379-EA14-F39E-7D8B-2EFC73A623C3}"/>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6" name="Footer Placeholder 5">
            <a:extLst>
              <a:ext uri="{FF2B5EF4-FFF2-40B4-BE49-F238E27FC236}">
                <a16:creationId xmlns:a16="http://schemas.microsoft.com/office/drawing/2014/main" id="{B9E97705-3171-6660-1668-AB16724C7E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2D9486-7E88-2C5D-C2ED-F8D4C7DECBB3}"/>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865448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50A5B-AD6C-ED40-FFF0-96F19CE8F7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658B3A-1653-FF1D-55DB-C720056354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F5441F-83C9-2822-B74E-84B790198F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D5A1AF-9365-CD2A-06F4-5B4AB719DF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45E55F-F802-892A-60EF-95CA301432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688150-E73C-1A57-F617-322F5DF19141}"/>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8" name="Footer Placeholder 7">
            <a:extLst>
              <a:ext uri="{FF2B5EF4-FFF2-40B4-BE49-F238E27FC236}">
                <a16:creationId xmlns:a16="http://schemas.microsoft.com/office/drawing/2014/main" id="{6F88F8CD-FC55-C10E-EE2A-6CC1D1C87C0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B5558B9-B387-9462-F3DF-A6E502D6C80C}"/>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2857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BFDC-33F3-5CD9-0E00-7C3A959E0A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908738-894C-9DE6-9EAE-2C77CAC8127D}"/>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4" name="Footer Placeholder 3">
            <a:extLst>
              <a:ext uri="{FF2B5EF4-FFF2-40B4-BE49-F238E27FC236}">
                <a16:creationId xmlns:a16="http://schemas.microsoft.com/office/drawing/2014/main" id="{DEF82CD6-4B59-33A0-D5B0-78E2D87B34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FDD0C3-C8BC-1E6D-C992-17101AB21C14}"/>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1467232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BFD61D-922C-3FDD-B14B-820C7B684A90}"/>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3" name="Footer Placeholder 2">
            <a:extLst>
              <a:ext uri="{FF2B5EF4-FFF2-40B4-BE49-F238E27FC236}">
                <a16:creationId xmlns:a16="http://schemas.microsoft.com/office/drawing/2014/main" id="{918F44B7-8B61-7D73-9901-2C493C551D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346B9D-F553-D5BC-3819-8C0AEE3CA435}"/>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1605445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94D77-062A-DBF4-36CB-80253C7F6E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52466F-908D-90A3-E02C-8BF5AF0C0B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25057B-237F-53C1-DBC5-56D9DEBA41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0EE801-BF38-3BB0-B37B-4B2E3ECE5D11}"/>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6" name="Footer Placeholder 5">
            <a:extLst>
              <a:ext uri="{FF2B5EF4-FFF2-40B4-BE49-F238E27FC236}">
                <a16:creationId xmlns:a16="http://schemas.microsoft.com/office/drawing/2014/main" id="{3DF00659-80A2-2E1F-451A-1649261F9A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294982-2C73-DA40-9875-070FD05C3964}"/>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479167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570D3-8FA3-5FF0-1181-B16E90BA67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461A9B-B246-9D81-D64B-5650E9F35A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36CAF5E-C333-C763-5A12-1449716CB2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9D347-F69F-168F-0481-933CD8CB5D55}"/>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6" name="Footer Placeholder 5">
            <a:extLst>
              <a:ext uri="{FF2B5EF4-FFF2-40B4-BE49-F238E27FC236}">
                <a16:creationId xmlns:a16="http://schemas.microsoft.com/office/drawing/2014/main" id="{8023C73A-A046-E252-BFD1-0EC63ADF2F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D62716-D65F-CE97-71BD-59BB51C23CF2}"/>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3266530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47220-5EFB-564A-74EF-CE7DB567CAC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8E6E57-E214-8799-97B8-4C09781D8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1ED324-40DC-88ED-062A-221CC636AE42}"/>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5" name="Footer Placeholder 4">
            <a:extLst>
              <a:ext uri="{FF2B5EF4-FFF2-40B4-BE49-F238E27FC236}">
                <a16:creationId xmlns:a16="http://schemas.microsoft.com/office/drawing/2014/main" id="{FE9C6128-58F3-7040-BFC1-4FFF4860E7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618B4-77A7-FF60-D553-646C9B54C177}"/>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3947865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F745FA-C6BE-D6E5-0B21-1AD4174D1F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B7DA3B-B011-0930-B011-ACC599E69A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6951DB-FC7F-F2B6-1D00-8A9572AA89BD}"/>
              </a:ext>
            </a:extLst>
          </p:cNvPr>
          <p:cNvSpPr>
            <a:spLocks noGrp="1"/>
          </p:cNvSpPr>
          <p:nvPr>
            <p:ph type="dt" sz="half" idx="10"/>
          </p:nvPr>
        </p:nvSpPr>
        <p:spPr/>
        <p:txBody>
          <a:bodyPr/>
          <a:lstStyle/>
          <a:p>
            <a:fld id="{03D3D19F-3AC9-47F5-91BB-57A9B590370D}" type="datetimeFigureOut">
              <a:rPr lang="en-IN" smtClean="0"/>
              <a:t>21-07-2026</a:t>
            </a:fld>
            <a:endParaRPr lang="en-IN"/>
          </a:p>
        </p:txBody>
      </p:sp>
      <p:sp>
        <p:nvSpPr>
          <p:cNvPr id="5" name="Footer Placeholder 4">
            <a:extLst>
              <a:ext uri="{FF2B5EF4-FFF2-40B4-BE49-F238E27FC236}">
                <a16:creationId xmlns:a16="http://schemas.microsoft.com/office/drawing/2014/main" id="{1C311495-3E27-6CA9-C948-DD789E3AD9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9E8AA-8F63-0CF3-57EF-B895B6CB37F3}"/>
              </a:ext>
            </a:extLst>
          </p:cNvPr>
          <p:cNvSpPr>
            <a:spLocks noGrp="1"/>
          </p:cNvSpPr>
          <p:nvPr>
            <p:ph type="sldNum" sz="quarter" idx="12"/>
          </p:nvPr>
        </p:nvSpPr>
        <p:spPr/>
        <p:txBody>
          <a:bodyPr/>
          <a:lstStyle/>
          <a:p>
            <a:fld id="{9819D436-0914-4765-BA0F-0115FFE5D20A}" type="slidenum">
              <a:rPr lang="en-IN" smtClean="0"/>
              <a:t>‹#›</a:t>
            </a:fld>
            <a:endParaRPr lang="en-IN"/>
          </a:p>
        </p:txBody>
      </p:sp>
    </p:spTree>
    <p:extLst>
      <p:ext uri="{BB962C8B-B14F-4D97-AF65-F5344CB8AC3E}">
        <p14:creationId xmlns:p14="http://schemas.microsoft.com/office/powerpoint/2010/main" val="3670190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168075-8AB2-8DC5-F611-936EDBAC8A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5A6535-FCE1-830E-96C0-7D9BCF17F8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D7D257-5D43-C82F-6612-88938ECF02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D3D19F-3AC9-47F5-91BB-57A9B590370D}" type="datetimeFigureOut">
              <a:rPr lang="en-IN" smtClean="0"/>
              <a:t>21-07-2026</a:t>
            </a:fld>
            <a:endParaRPr lang="en-IN"/>
          </a:p>
        </p:txBody>
      </p:sp>
      <p:sp>
        <p:nvSpPr>
          <p:cNvPr id="5" name="Footer Placeholder 4">
            <a:extLst>
              <a:ext uri="{FF2B5EF4-FFF2-40B4-BE49-F238E27FC236}">
                <a16:creationId xmlns:a16="http://schemas.microsoft.com/office/drawing/2014/main" id="{7017BD68-4AA6-922B-DAE7-05D0A1B68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D1886B-CA86-B52D-D7BD-7B1895E3A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19D436-0914-4765-BA0F-0115FFE5D20A}" type="slidenum">
              <a:rPr lang="en-IN" smtClean="0"/>
              <a:t>‹#›</a:t>
            </a:fld>
            <a:endParaRPr lang="en-IN"/>
          </a:p>
        </p:txBody>
      </p:sp>
    </p:spTree>
    <p:extLst>
      <p:ext uri="{BB962C8B-B14F-4D97-AF65-F5344CB8AC3E}">
        <p14:creationId xmlns:p14="http://schemas.microsoft.com/office/powerpoint/2010/main" val="3806228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42FABCC-FD29-5A02-4D25-15CD61189B6A}"/>
              </a:ext>
            </a:extLst>
          </p:cNvPr>
          <p:cNvSpPr>
            <a:spLocks noGrp="1"/>
          </p:cNvSpPr>
          <p:nvPr>
            <p:ph type="title"/>
          </p:nvPr>
        </p:nvSpPr>
        <p:spPr>
          <a:xfrm>
            <a:off x="0" y="1"/>
            <a:ext cx="12192000" cy="1432873"/>
          </a:xfrm>
          <a:solidFill>
            <a:schemeClr val="accent1">
              <a:lumMod val="50000"/>
            </a:schemeClr>
          </a:solidFill>
        </p:spPr>
        <p:txBody>
          <a:bodyPr>
            <a:normAutofit/>
          </a:bodyPr>
          <a:lstStyle/>
          <a:p>
            <a:pPr algn="ctr"/>
            <a:r>
              <a:rPr lang="en-IN" sz="4000" b="1" dirty="0">
                <a:solidFill>
                  <a:schemeClr val="bg1"/>
                </a:solidFill>
                <a:latin typeface="+mn-lt"/>
              </a:rPr>
              <a:t>END TO END DASHBOARD PROJECT IN EXCEL</a:t>
            </a:r>
          </a:p>
        </p:txBody>
      </p:sp>
      <p:pic>
        <p:nvPicPr>
          <p:cNvPr id="2050" name="Picture 2" descr="Tutoriel Excel: comment utiliser Excel Visual Basic – DashboardsEXCEL.com">
            <a:extLst>
              <a:ext uri="{FF2B5EF4-FFF2-40B4-BE49-F238E27FC236}">
                <a16:creationId xmlns:a16="http://schemas.microsoft.com/office/drawing/2014/main" id="{4790D751-EBD3-6FFE-4164-CBC6B3EADC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367" r="644" b="17166"/>
          <a:stretch>
            <a:fillRect/>
          </a:stretch>
        </p:blipFill>
        <p:spPr bwMode="auto">
          <a:xfrm>
            <a:off x="0" y="1432874"/>
            <a:ext cx="12192000" cy="54251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50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37F7E-647E-5EE0-5D06-1D90D9AEC16F}"/>
              </a:ext>
            </a:extLst>
          </p:cNvPr>
          <p:cNvSpPr>
            <a:spLocks noGrp="1"/>
          </p:cNvSpPr>
          <p:nvPr>
            <p:ph type="title"/>
          </p:nvPr>
        </p:nvSpPr>
        <p:spPr>
          <a:solidFill>
            <a:schemeClr val="accent1">
              <a:lumMod val="50000"/>
            </a:schemeClr>
          </a:solidFill>
          <a:ln>
            <a:solidFill>
              <a:schemeClr val="accent1">
                <a:lumMod val="50000"/>
              </a:schemeClr>
            </a:solidFill>
          </a:ln>
        </p:spPr>
        <p:style>
          <a:lnRef idx="1">
            <a:schemeClr val="dk1"/>
          </a:lnRef>
          <a:fillRef idx="3">
            <a:schemeClr val="dk1"/>
          </a:fillRef>
          <a:effectRef idx="2">
            <a:schemeClr val="dk1"/>
          </a:effectRef>
          <a:fontRef idx="minor">
            <a:schemeClr val="lt1"/>
          </a:fontRef>
        </p:style>
        <p:txBody>
          <a:bodyPr/>
          <a:lstStyle/>
          <a:p>
            <a:pPr algn="ctr"/>
            <a:r>
              <a:rPr lang="en-IN" b="1" dirty="0">
                <a:latin typeface="+mn-lt"/>
              </a:rPr>
              <a:t>PROJECT STEPS</a:t>
            </a:r>
          </a:p>
        </p:txBody>
      </p:sp>
      <p:graphicFrame>
        <p:nvGraphicFramePr>
          <p:cNvPr id="4" name="Content Placeholder 2">
            <a:extLst>
              <a:ext uri="{FF2B5EF4-FFF2-40B4-BE49-F238E27FC236}">
                <a16:creationId xmlns:a16="http://schemas.microsoft.com/office/drawing/2014/main" id="{71EC96F2-9CD7-496D-1151-E1DDBA01151F}"/>
              </a:ext>
            </a:extLst>
          </p:cNvPr>
          <p:cNvGraphicFramePr>
            <a:graphicFrameLocks noGrp="1"/>
          </p:cNvGraphicFramePr>
          <p:nvPr>
            <p:ph idx="1"/>
            <p:extLst>
              <p:ext uri="{D42A27DB-BD31-4B8C-83A1-F6EECF244321}">
                <p14:modId xmlns:p14="http://schemas.microsoft.com/office/powerpoint/2010/main" val="25850629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2" name="Straight Arrow Connector 11">
            <a:extLst>
              <a:ext uri="{FF2B5EF4-FFF2-40B4-BE49-F238E27FC236}">
                <a16:creationId xmlns:a16="http://schemas.microsoft.com/office/drawing/2014/main" id="{1123B239-07B1-63D3-FF9A-6BC061483500}"/>
              </a:ext>
            </a:extLst>
          </p:cNvPr>
          <p:cNvCxnSpPr/>
          <p:nvPr/>
        </p:nvCxnSpPr>
        <p:spPr>
          <a:xfrm>
            <a:off x="3535052" y="2318994"/>
            <a:ext cx="39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8142FC2-91A9-9DB2-342B-2770A76F9B57}"/>
              </a:ext>
            </a:extLst>
          </p:cNvPr>
          <p:cNvCxnSpPr/>
          <p:nvPr/>
        </p:nvCxnSpPr>
        <p:spPr>
          <a:xfrm>
            <a:off x="5883897" y="2318994"/>
            <a:ext cx="424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776B122-A442-6316-BA1B-702BF8406B82}"/>
              </a:ext>
            </a:extLst>
          </p:cNvPr>
          <p:cNvCxnSpPr/>
          <p:nvPr/>
        </p:nvCxnSpPr>
        <p:spPr>
          <a:xfrm>
            <a:off x="8232742" y="2318994"/>
            <a:ext cx="424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34958C1-77C5-56EE-4C05-F23CAB2491BA}"/>
              </a:ext>
            </a:extLst>
          </p:cNvPr>
          <p:cNvCxnSpPr/>
          <p:nvPr/>
        </p:nvCxnSpPr>
        <p:spPr>
          <a:xfrm>
            <a:off x="9605913" y="3026004"/>
            <a:ext cx="0" cy="160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A966934-A894-C826-2C14-7E6367881F9D}"/>
              </a:ext>
            </a:extLst>
          </p:cNvPr>
          <p:cNvCxnSpPr/>
          <p:nvPr/>
        </p:nvCxnSpPr>
        <p:spPr>
          <a:xfrm flipH="1">
            <a:off x="2592371" y="3186260"/>
            <a:ext cx="70135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B0252D1-3374-171D-05FD-95703F249BDC}"/>
              </a:ext>
            </a:extLst>
          </p:cNvPr>
          <p:cNvCxnSpPr/>
          <p:nvPr/>
        </p:nvCxnSpPr>
        <p:spPr>
          <a:xfrm>
            <a:off x="2592371" y="3186260"/>
            <a:ext cx="0" cy="242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2CB5F1F-B4AB-B972-D8B6-C50C961DC362}"/>
              </a:ext>
            </a:extLst>
          </p:cNvPr>
          <p:cNvCxnSpPr/>
          <p:nvPr/>
        </p:nvCxnSpPr>
        <p:spPr>
          <a:xfrm>
            <a:off x="3535052" y="4001294"/>
            <a:ext cx="424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28F66F0-2FB9-09DC-BBEA-D194B43B14C8}"/>
              </a:ext>
            </a:extLst>
          </p:cNvPr>
          <p:cNvCxnSpPr/>
          <p:nvPr/>
        </p:nvCxnSpPr>
        <p:spPr>
          <a:xfrm>
            <a:off x="5869757" y="4001294"/>
            <a:ext cx="424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BBED918-D5A5-4C89-35B3-A1931454CD75}"/>
              </a:ext>
            </a:extLst>
          </p:cNvPr>
          <p:cNvCxnSpPr>
            <a:cxnSpLocks/>
          </p:cNvCxnSpPr>
          <p:nvPr/>
        </p:nvCxnSpPr>
        <p:spPr>
          <a:xfrm>
            <a:off x="8204462" y="4001294"/>
            <a:ext cx="452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5D364D9-1918-6D1E-50C9-C2E0BB7644ED}"/>
              </a:ext>
            </a:extLst>
          </p:cNvPr>
          <p:cNvCxnSpPr/>
          <p:nvPr/>
        </p:nvCxnSpPr>
        <p:spPr>
          <a:xfrm>
            <a:off x="9605913" y="4609707"/>
            <a:ext cx="0" cy="1225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6536D6C-120B-9824-B701-1743F8E32FD2}"/>
              </a:ext>
            </a:extLst>
          </p:cNvPr>
          <p:cNvCxnSpPr/>
          <p:nvPr/>
        </p:nvCxnSpPr>
        <p:spPr>
          <a:xfrm flipH="1">
            <a:off x="2592371" y="4732256"/>
            <a:ext cx="70135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37DA56C-1667-636F-1783-39737F51013D}"/>
              </a:ext>
            </a:extLst>
          </p:cNvPr>
          <p:cNvCxnSpPr/>
          <p:nvPr/>
        </p:nvCxnSpPr>
        <p:spPr>
          <a:xfrm>
            <a:off x="2592371" y="4732256"/>
            <a:ext cx="0" cy="329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F5BD43A-7F0C-44B9-5630-DDE3C57EA597}"/>
              </a:ext>
            </a:extLst>
          </p:cNvPr>
          <p:cNvCxnSpPr/>
          <p:nvPr/>
        </p:nvCxnSpPr>
        <p:spPr>
          <a:xfrm>
            <a:off x="3535052" y="5608948"/>
            <a:ext cx="424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B9192CA-4B1D-4CF3-ABD2-0F4E12AF2F53}"/>
              </a:ext>
            </a:extLst>
          </p:cNvPr>
          <p:cNvCxnSpPr/>
          <p:nvPr/>
        </p:nvCxnSpPr>
        <p:spPr>
          <a:xfrm>
            <a:off x="5883897" y="5608948"/>
            <a:ext cx="424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3201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BEBD-106C-464B-18A6-F9C66FDFAD55}"/>
              </a:ext>
            </a:extLst>
          </p:cNvPr>
          <p:cNvSpPr>
            <a:spLocks noGrp="1"/>
          </p:cNvSpPr>
          <p:nvPr>
            <p:ph type="title"/>
          </p:nvPr>
        </p:nvSpPr>
        <p:spPr>
          <a:solidFill>
            <a:schemeClr val="accent1">
              <a:lumMod val="50000"/>
            </a:schemeClr>
          </a:solidFill>
        </p:spPr>
        <p:style>
          <a:lnRef idx="0">
            <a:schemeClr val="dk1"/>
          </a:lnRef>
          <a:fillRef idx="3">
            <a:schemeClr val="dk1"/>
          </a:fillRef>
          <a:effectRef idx="3">
            <a:schemeClr val="dk1"/>
          </a:effectRef>
          <a:fontRef idx="minor">
            <a:schemeClr val="lt1"/>
          </a:fontRef>
        </p:style>
        <p:txBody>
          <a:bodyPr/>
          <a:lstStyle/>
          <a:p>
            <a:pPr algn="ctr"/>
            <a:r>
              <a:rPr lang="en-IN" b="1" dirty="0">
                <a:latin typeface="+mn-lt"/>
              </a:rPr>
              <a:t>PURPOSE OF PROJECT</a:t>
            </a:r>
          </a:p>
        </p:txBody>
      </p:sp>
      <p:sp>
        <p:nvSpPr>
          <p:cNvPr id="3" name="Content Placeholder 2">
            <a:extLst>
              <a:ext uri="{FF2B5EF4-FFF2-40B4-BE49-F238E27FC236}">
                <a16:creationId xmlns:a16="http://schemas.microsoft.com/office/drawing/2014/main" id="{15DBC6F8-2567-508C-A37F-5A7864D63BF6}"/>
              </a:ext>
            </a:extLst>
          </p:cNvPr>
          <p:cNvSpPr>
            <a:spLocks noGrp="1"/>
          </p:cNvSpPr>
          <p:nvPr>
            <p:ph idx="1"/>
          </p:nvPr>
        </p:nvSpPr>
        <p:spPr>
          <a:solidFill>
            <a:schemeClr val="accent6"/>
          </a:solid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ln>
        </p:spPr>
        <p:txBody>
          <a:bodyPr>
            <a:normAutofit/>
          </a:bodyPr>
          <a:lstStyle/>
          <a:p>
            <a:pPr marL="0" indent="0">
              <a:buNone/>
            </a:pPr>
            <a:endParaRPr lang="en-IN" sz="3200" dirty="0">
              <a:solidFill>
                <a:srgbClr val="002060"/>
              </a:solidFill>
              <a:latin typeface="Agency FB" panose="020B0503020202020204" pitchFamily="34" charset="0"/>
            </a:endParaRPr>
          </a:p>
          <a:p>
            <a:pPr marL="0" indent="0" algn="ctr">
              <a:buNone/>
            </a:pPr>
            <a:endParaRPr lang="en-IN" sz="3200" dirty="0">
              <a:solidFill>
                <a:srgbClr val="002060"/>
              </a:solidFill>
              <a:latin typeface="Agency FB" panose="020B0503020202020204" pitchFamily="34" charset="0"/>
            </a:endParaRPr>
          </a:p>
          <a:p>
            <a:pPr marL="0" indent="0" algn="ctr">
              <a:buNone/>
            </a:pPr>
            <a:r>
              <a:rPr lang="en-IN" sz="3200" dirty="0">
                <a:solidFill>
                  <a:srgbClr val="002060"/>
                </a:solidFill>
                <a:latin typeface="Agency FB" panose="020B0503020202020204" pitchFamily="34" charset="0"/>
              </a:rPr>
              <a:t>We need to create a Hospital Emergency Room Analysis Dashboard in Excel to improve efficiency and provide useful insights. This dashboard will help stakeholders monitor, </a:t>
            </a:r>
            <a:r>
              <a:rPr lang="en-IN" sz="3200" dirty="0" err="1">
                <a:solidFill>
                  <a:srgbClr val="002060"/>
                </a:solidFill>
                <a:latin typeface="Agency FB" panose="020B0503020202020204" pitchFamily="34" charset="0"/>
              </a:rPr>
              <a:t>analyze</a:t>
            </a:r>
            <a:r>
              <a:rPr lang="en-IN" sz="3200" dirty="0">
                <a:solidFill>
                  <a:srgbClr val="002060"/>
                </a:solidFill>
                <a:latin typeface="Agency FB" panose="020B0503020202020204" pitchFamily="34" charset="0"/>
              </a:rPr>
              <a:t>, and make better decision for managing patients and improving services.</a:t>
            </a:r>
          </a:p>
        </p:txBody>
      </p:sp>
      <p:pic>
        <p:nvPicPr>
          <p:cNvPr id="5" name="Graphic 4" descr="Hospital">
            <a:extLst>
              <a:ext uri="{FF2B5EF4-FFF2-40B4-BE49-F238E27FC236}">
                <a16:creationId xmlns:a16="http://schemas.microsoft.com/office/drawing/2014/main" id="{9740DB4F-17D4-9722-E423-C9BF4901FD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19725" y="1952625"/>
            <a:ext cx="1200150" cy="1095375"/>
          </a:xfrm>
          <a:prstGeom prst="rect">
            <a:avLst/>
          </a:prstGeom>
        </p:spPr>
      </p:pic>
    </p:spTree>
    <p:extLst>
      <p:ext uri="{BB962C8B-B14F-4D97-AF65-F5344CB8AC3E}">
        <p14:creationId xmlns:p14="http://schemas.microsoft.com/office/powerpoint/2010/main" val="2459077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EB3A-8D10-E56C-576B-ED4109EBDA6B}"/>
              </a:ext>
            </a:extLst>
          </p:cNvPr>
          <p:cNvSpPr>
            <a:spLocks noGrp="1"/>
          </p:cNvSpPr>
          <p:nvPr>
            <p:ph type="title"/>
          </p:nvPr>
        </p:nvSpPr>
        <p:spPr>
          <a:solidFill>
            <a:schemeClr val="accent1">
              <a:lumMod val="50000"/>
            </a:schemeClr>
          </a:solidFill>
          <a:ln>
            <a:solidFill>
              <a:schemeClr val="accent1">
                <a:lumMod val="50000"/>
              </a:schemeClr>
            </a:solidFill>
          </a:ln>
        </p:spPr>
        <p:style>
          <a:lnRef idx="0">
            <a:schemeClr val="dk1"/>
          </a:lnRef>
          <a:fillRef idx="3">
            <a:schemeClr val="dk1"/>
          </a:fillRef>
          <a:effectRef idx="3">
            <a:schemeClr val="dk1"/>
          </a:effectRef>
          <a:fontRef idx="minor">
            <a:schemeClr val="lt1"/>
          </a:fontRef>
        </p:style>
        <p:txBody>
          <a:bodyPr/>
          <a:lstStyle/>
          <a:p>
            <a:pPr algn="ctr"/>
            <a:r>
              <a:rPr lang="en-US" b="1" dirty="0"/>
              <a:t>KPI’S Requirement</a:t>
            </a:r>
            <a:endParaRPr lang="en-IN" b="1" dirty="0"/>
          </a:p>
        </p:txBody>
      </p:sp>
      <p:sp>
        <p:nvSpPr>
          <p:cNvPr id="3" name="Content Placeholder 2">
            <a:extLst>
              <a:ext uri="{FF2B5EF4-FFF2-40B4-BE49-F238E27FC236}">
                <a16:creationId xmlns:a16="http://schemas.microsoft.com/office/drawing/2014/main" id="{86B27BE8-9F8E-5964-A4FF-AC7EEB502086}"/>
              </a:ext>
            </a:extLst>
          </p:cNvPr>
          <p:cNvSpPr>
            <a:spLocks noGrp="1"/>
          </p:cNvSpPr>
          <p:nvPr>
            <p:ph idx="1"/>
          </p:nvPr>
        </p:nvSpPr>
        <p:spPr/>
        <p:style>
          <a:lnRef idx="0">
            <a:schemeClr val="accent6"/>
          </a:lnRef>
          <a:fillRef idx="3">
            <a:schemeClr val="accent6"/>
          </a:fillRef>
          <a:effectRef idx="3">
            <a:schemeClr val="accent6"/>
          </a:effectRef>
          <a:fontRef idx="minor">
            <a:schemeClr val="lt1"/>
          </a:fontRef>
        </p:style>
        <p:txBody>
          <a:bodyPr>
            <a:noAutofit/>
          </a:bodyPr>
          <a:lstStyle/>
          <a:p>
            <a:r>
              <a:rPr lang="en-IN" sz="2000" b="1" dirty="0">
                <a:solidFill>
                  <a:srgbClr val="002060"/>
                </a:solidFill>
                <a:highlight>
                  <a:srgbClr val="C0C0C0"/>
                </a:highlight>
              </a:rPr>
              <a:t>Number of Patients:</a:t>
            </a:r>
          </a:p>
          <a:p>
            <a:pPr marL="0" indent="0">
              <a:buNone/>
            </a:pPr>
            <a:r>
              <a:rPr lang="en-IN" sz="2000" dirty="0"/>
              <a:t>Count the total number of patients visiting the ER each day. Showing a daily trend with an area sparkline to spot patterns like busy days or seasonal trends.</a:t>
            </a:r>
          </a:p>
          <a:p>
            <a:pPr marL="0" indent="0">
              <a:buNone/>
            </a:pPr>
            <a:endParaRPr lang="en-IN" sz="2000" dirty="0"/>
          </a:p>
          <a:p>
            <a:r>
              <a:rPr lang="en-IN" sz="2000" b="1" dirty="0">
                <a:solidFill>
                  <a:srgbClr val="002060"/>
                </a:solidFill>
                <a:highlight>
                  <a:srgbClr val="C0C0C0"/>
                </a:highlight>
              </a:rPr>
              <a:t>Average Wait Time:</a:t>
            </a:r>
          </a:p>
          <a:p>
            <a:pPr marL="0" indent="0">
              <a:buNone/>
            </a:pPr>
            <a:r>
              <a:rPr lang="en-IN" sz="2000" dirty="0"/>
              <a:t>Find the average time patients wait to see a medical professional. Use an area sparkline to track daily changes and highlight days with longer wait times that might need improvements.</a:t>
            </a:r>
          </a:p>
          <a:p>
            <a:pPr marL="0" indent="0">
              <a:buNone/>
            </a:pPr>
            <a:endParaRPr lang="en-IN" sz="2000" dirty="0"/>
          </a:p>
          <a:p>
            <a:r>
              <a:rPr lang="en-IN" sz="2000" b="1" dirty="0">
                <a:solidFill>
                  <a:srgbClr val="002060"/>
                </a:solidFill>
                <a:highlight>
                  <a:srgbClr val="C0C0C0"/>
                </a:highlight>
              </a:rPr>
              <a:t>Patient Satisfaction Score:</a:t>
            </a:r>
          </a:p>
          <a:p>
            <a:pPr marL="0" indent="0">
              <a:buNone/>
            </a:pPr>
            <a:r>
              <a:rPr lang="en-IN" sz="2000" dirty="0"/>
              <a:t>Check the average daily satisfaction score of patient to assess service quality. Use an area sparkline to show trends, spot drops in satisfaction, and link them to busy times or challenges.</a:t>
            </a:r>
          </a:p>
        </p:txBody>
      </p:sp>
    </p:spTree>
    <p:extLst>
      <p:ext uri="{BB962C8B-B14F-4D97-AF65-F5344CB8AC3E}">
        <p14:creationId xmlns:p14="http://schemas.microsoft.com/office/powerpoint/2010/main" val="2555397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CFAF-C5B4-CC0F-489A-1AA9D6B6D42B}"/>
              </a:ext>
            </a:extLst>
          </p:cNvPr>
          <p:cNvSpPr>
            <a:spLocks noGrp="1"/>
          </p:cNvSpPr>
          <p:nvPr>
            <p:ph type="title"/>
          </p:nvPr>
        </p:nvSpPr>
        <p:spPr>
          <a:xfrm>
            <a:off x="697584" y="802640"/>
            <a:ext cx="4074441" cy="797560"/>
          </a:xfrm>
          <a:solidFill>
            <a:srgbClr val="002060"/>
          </a:solidFill>
        </p:spPr>
        <p:txBody>
          <a:bodyPr>
            <a:normAutofit/>
          </a:bodyPr>
          <a:lstStyle/>
          <a:p>
            <a:pPr algn="ctr"/>
            <a:r>
              <a:rPr lang="en-IN" sz="3600" b="1" dirty="0">
                <a:solidFill>
                  <a:schemeClr val="bg1"/>
                </a:solidFill>
                <a:latin typeface="+mn-lt"/>
              </a:rPr>
              <a:t>Charts to Create:</a:t>
            </a:r>
          </a:p>
        </p:txBody>
      </p:sp>
      <p:sp>
        <p:nvSpPr>
          <p:cNvPr id="4" name="Text Placeholder 3">
            <a:extLst>
              <a:ext uri="{FF2B5EF4-FFF2-40B4-BE49-F238E27FC236}">
                <a16:creationId xmlns:a16="http://schemas.microsoft.com/office/drawing/2014/main" id="{DE1F9798-9A88-87F3-4C64-98BD76D7D1E8}"/>
              </a:ext>
            </a:extLst>
          </p:cNvPr>
          <p:cNvSpPr>
            <a:spLocks noGrp="1"/>
          </p:cNvSpPr>
          <p:nvPr>
            <p:ph type="body" sz="half" idx="2"/>
          </p:nvPr>
        </p:nvSpPr>
        <p:spPr>
          <a:xfrm>
            <a:off x="697584" y="2057400"/>
            <a:ext cx="4311296" cy="3811588"/>
          </a:xfrm>
        </p:spPr>
        <p:style>
          <a:lnRef idx="0">
            <a:schemeClr val="accent6"/>
          </a:lnRef>
          <a:fillRef idx="3">
            <a:schemeClr val="accent6"/>
          </a:fillRef>
          <a:effectRef idx="3">
            <a:schemeClr val="accent6"/>
          </a:effectRef>
          <a:fontRef idx="minor">
            <a:schemeClr val="lt1"/>
          </a:fontRef>
        </p:style>
        <p:txBody>
          <a:bodyPr>
            <a:normAutofit fontScale="92500"/>
          </a:bodyPr>
          <a:lstStyle/>
          <a:p>
            <a:pPr lvl="0" eaLnBrk="0" fontAlgn="base" hangingPunct="0">
              <a:spcBef>
                <a:spcPct val="0"/>
              </a:spcBef>
              <a:spcAft>
                <a:spcPts val="600"/>
              </a:spcAft>
              <a:buFontTx/>
              <a:buChar char="•"/>
            </a:pPr>
            <a:r>
              <a:rPr lang="en-US" altLang="en-US" b="1" dirty="0">
                <a:solidFill>
                  <a:schemeClr val="accent1">
                    <a:lumMod val="50000"/>
                  </a:schemeClr>
                </a:solidFill>
                <a:highlight>
                  <a:srgbClr val="C0C0C0"/>
                </a:highlight>
                <a:latin typeface="Arial" panose="020B0604020202020204" pitchFamily="34" charset="0"/>
              </a:rPr>
              <a:t> Patient Admission Status</a:t>
            </a:r>
            <a:r>
              <a:rPr lang="en-US" altLang="en-US" b="1" dirty="0">
                <a:latin typeface="Arial" panose="020B0604020202020204" pitchFamily="34" charset="0"/>
              </a:rPr>
              <a:t>:</a:t>
            </a:r>
            <a:r>
              <a:rPr lang="en-US" altLang="en-US" dirty="0">
                <a:latin typeface="Arial" panose="020B0604020202020204" pitchFamily="34" charset="0"/>
              </a:rPr>
              <a:t> Show how many patients were admitted vs. not admitted.</a:t>
            </a:r>
          </a:p>
          <a:p>
            <a:pPr lvl="0" eaLnBrk="0" fontAlgn="base" hangingPunct="0">
              <a:spcBef>
                <a:spcPct val="0"/>
              </a:spcBef>
              <a:spcAft>
                <a:spcPts val="600"/>
              </a:spcAft>
            </a:pPr>
            <a:endParaRPr lang="en-US" altLang="en-US" dirty="0">
              <a:latin typeface="Arial" panose="020B0604020202020204" pitchFamily="34" charset="0"/>
            </a:endParaRPr>
          </a:p>
          <a:p>
            <a:pPr lvl="0" eaLnBrk="0" fontAlgn="base" hangingPunct="0">
              <a:spcBef>
                <a:spcPct val="0"/>
              </a:spcBef>
              <a:spcAft>
                <a:spcPts val="600"/>
              </a:spcAft>
              <a:buFontTx/>
              <a:buChar char="•"/>
            </a:pPr>
            <a:r>
              <a:rPr lang="en-US" altLang="en-US" b="1" dirty="0">
                <a:latin typeface="Arial" panose="020B0604020202020204" pitchFamily="34" charset="0"/>
              </a:rPr>
              <a:t> </a:t>
            </a:r>
            <a:r>
              <a:rPr lang="en-US" altLang="en-US" b="1" dirty="0">
                <a:solidFill>
                  <a:schemeClr val="accent1">
                    <a:lumMod val="50000"/>
                  </a:schemeClr>
                </a:solidFill>
                <a:highlight>
                  <a:srgbClr val="C0C0C0"/>
                </a:highlight>
                <a:latin typeface="Arial" panose="020B0604020202020204" pitchFamily="34" charset="0"/>
              </a:rPr>
              <a:t>Patient Age Distribution</a:t>
            </a:r>
            <a:r>
              <a:rPr lang="en-US" altLang="en-US" b="1" dirty="0">
                <a:latin typeface="Arial" panose="020B0604020202020204" pitchFamily="34" charset="0"/>
              </a:rPr>
              <a:t>:</a:t>
            </a:r>
            <a:r>
              <a:rPr lang="en-US" altLang="en-US" dirty="0">
                <a:latin typeface="Arial" panose="020B0604020202020204" pitchFamily="34" charset="0"/>
              </a:rPr>
              <a:t> Group patients by age.</a:t>
            </a:r>
          </a:p>
          <a:p>
            <a:pPr lvl="0" eaLnBrk="0" fontAlgn="base" hangingPunct="0">
              <a:spcBef>
                <a:spcPct val="0"/>
              </a:spcBef>
              <a:spcAft>
                <a:spcPts val="600"/>
              </a:spcAft>
            </a:pPr>
            <a:endParaRPr lang="en-US" altLang="en-US" dirty="0">
              <a:latin typeface="Arial" panose="020B0604020202020204" pitchFamily="34" charset="0"/>
            </a:endParaRPr>
          </a:p>
          <a:p>
            <a:pPr lvl="0" eaLnBrk="0" fontAlgn="base" hangingPunct="0">
              <a:spcBef>
                <a:spcPct val="0"/>
              </a:spcBef>
              <a:spcAft>
                <a:spcPts val="600"/>
              </a:spcAft>
              <a:buFontTx/>
              <a:buChar char="•"/>
            </a:pPr>
            <a:r>
              <a:rPr lang="en-US" altLang="en-US" b="1" dirty="0">
                <a:latin typeface="Arial" panose="020B0604020202020204" pitchFamily="34" charset="0"/>
              </a:rPr>
              <a:t> </a:t>
            </a:r>
            <a:r>
              <a:rPr lang="en-US" altLang="en-US" b="1" dirty="0">
                <a:solidFill>
                  <a:schemeClr val="accent1">
                    <a:lumMod val="50000"/>
                  </a:schemeClr>
                </a:solidFill>
                <a:highlight>
                  <a:srgbClr val="C0C0C0"/>
                </a:highlight>
                <a:latin typeface="Arial" panose="020B0604020202020204" pitchFamily="34" charset="0"/>
              </a:rPr>
              <a:t>Timeliness</a:t>
            </a:r>
            <a:r>
              <a:rPr lang="en-US" altLang="en-US" b="1" dirty="0">
                <a:latin typeface="Arial" panose="020B0604020202020204" pitchFamily="34" charset="0"/>
              </a:rPr>
              <a:t>:</a:t>
            </a:r>
            <a:r>
              <a:rPr lang="en-US" altLang="en-US" dirty="0">
                <a:latin typeface="Arial" panose="020B0604020202020204" pitchFamily="34" charset="0"/>
              </a:rPr>
              <a:t> Measure the percentage of patients seen within 30 minutes.</a:t>
            </a:r>
          </a:p>
          <a:p>
            <a:pPr lvl="0" eaLnBrk="0" fontAlgn="base" hangingPunct="0">
              <a:spcBef>
                <a:spcPct val="0"/>
              </a:spcBef>
              <a:spcAft>
                <a:spcPts val="600"/>
              </a:spcAft>
            </a:pPr>
            <a:endParaRPr lang="en-US" altLang="en-US" dirty="0">
              <a:latin typeface="Arial" panose="020B0604020202020204" pitchFamily="34" charset="0"/>
            </a:endParaRPr>
          </a:p>
          <a:p>
            <a:pPr lvl="0" eaLnBrk="0" fontAlgn="base" hangingPunct="0">
              <a:spcBef>
                <a:spcPct val="0"/>
              </a:spcBef>
              <a:spcAft>
                <a:spcPts val="600"/>
              </a:spcAft>
              <a:buFontTx/>
              <a:buChar char="•"/>
            </a:pPr>
            <a:r>
              <a:rPr lang="en-US" altLang="en-US" b="1" dirty="0">
                <a:latin typeface="Arial" panose="020B0604020202020204" pitchFamily="34" charset="0"/>
              </a:rPr>
              <a:t> </a:t>
            </a:r>
            <a:r>
              <a:rPr lang="en-US" altLang="en-US" b="1" dirty="0">
                <a:solidFill>
                  <a:schemeClr val="accent1">
                    <a:lumMod val="50000"/>
                  </a:schemeClr>
                </a:solidFill>
                <a:highlight>
                  <a:srgbClr val="C0C0C0"/>
                </a:highlight>
                <a:latin typeface="Arial" panose="020B0604020202020204" pitchFamily="34" charset="0"/>
              </a:rPr>
              <a:t>Gender Analy</a:t>
            </a:r>
            <a:r>
              <a:rPr lang="en-US" altLang="en-US" b="1" dirty="0">
                <a:latin typeface="Arial" panose="020B0604020202020204" pitchFamily="34" charset="0"/>
              </a:rPr>
              <a:t>sis:</a:t>
            </a:r>
            <a:r>
              <a:rPr lang="en-US" altLang="en-US" dirty="0">
                <a:latin typeface="Arial" panose="020B0604020202020204" pitchFamily="34" charset="0"/>
              </a:rPr>
              <a:t> Display the number of patients by gender. </a:t>
            </a:r>
          </a:p>
          <a:p>
            <a:pPr lvl="0" eaLnBrk="0" fontAlgn="base" hangingPunct="0">
              <a:spcBef>
                <a:spcPct val="0"/>
              </a:spcBef>
              <a:spcAft>
                <a:spcPts val="600"/>
              </a:spcAft>
            </a:pPr>
            <a:endParaRPr lang="en-US" altLang="en-US" dirty="0">
              <a:latin typeface="Arial" panose="020B0604020202020204" pitchFamily="34" charset="0"/>
            </a:endParaRPr>
          </a:p>
          <a:p>
            <a:pPr eaLnBrk="0" fontAlgn="base" hangingPunct="0">
              <a:spcBef>
                <a:spcPct val="0"/>
              </a:spcBef>
              <a:spcAft>
                <a:spcPts val="600"/>
              </a:spcAft>
              <a:buFontTx/>
              <a:buChar char="•"/>
            </a:pPr>
            <a:r>
              <a:rPr lang="en-US" altLang="en-US" b="1" dirty="0">
                <a:latin typeface="Arial" panose="020B0604020202020204" pitchFamily="34" charset="0"/>
              </a:rPr>
              <a:t> </a:t>
            </a:r>
            <a:r>
              <a:rPr lang="en-US" altLang="en-US" b="1" dirty="0">
                <a:solidFill>
                  <a:schemeClr val="accent1">
                    <a:lumMod val="50000"/>
                  </a:schemeClr>
                </a:solidFill>
                <a:highlight>
                  <a:srgbClr val="C0C0C0"/>
                </a:highlight>
                <a:latin typeface="Arial" panose="020B0604020202020204" pitchFamily="34" charset="0"/>
              </a:rPr>
              <a:t>Department Referrals</a:t>
            </a:r>
            <a:r>
              <a:rPr lang="en-US" altLang="en-US" b="1" dirty="0">
                <a:latin typeface="Arial" panose="020B0604020202020204" pitchFamily="34" charset="0"/>
              </a:rPr>
              <a:t>:</a:t>
            </a:r>
            <a:r>
              <a:rPr lang="en-US" altLang="en-US" dirty="0">
                <a:latin typeface="Arial" panose="020B0604020202020204" pitchFamily="34" charset="0"/>
              </a:rPr>
              <a:t> Check which departments patients are referred to the most.</a:t>
            </a:r>
          </a:p>
          <a:p>
            <a:pPr lvl="0" eaLnBrk="0" fontAlgn="base" hangingPunct="0">
              <a:spcBef>
                <a:spcPct val="0"/>
              </a:spcBef>
              <a:spcAft>
                <a:spcPts val="600"/>
              </a:spcAft>
              <a:buFontTx/>
              <a:buChar char="•"/>
            </a:pPr>
            <a:endParaRPr lang="en-US" altLang="en-US" dirty="0">
              <a:latin typeface="Arial" panose="020B0604020202020204" pitchFamily="34" charset="0"/>
            </a:endParaRPr>
          </a:p>
          <a:p>
            <a:endParaRPr lang="en-IN" dirty="0"/>
          </a:p>
        </p:txBody>
      </p:sp>
      <p:pic>
        <p:nvPicPr>
          <p:cNvPr id="1026" name="Picture 2">
            <a:extLst>
              <a:ext uri="{FF2B5EF4-FFF2-40B4-BE49-F238E27FC236}">
                <a16:creationId xmlns:a16="http://schemas.microsoft.com/office/drawing/2014/main" id="{880EA676-E5DB-F0C8-82DC-2A723646989D}"/>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6944" r="6944"/>
          <a:stretch/>
        </p:blipFill>
        <p:spPr bwMode="auto">
          <a:xfrm>
            <a:off x="5103504" y="802641"/>
            <a:ext cx="6859110" cy="5066347"/>
          </a:xfrm>
          <a:prstGeom prst="rect">
            <a:avLst/>
          </a:prstGeom>
          <a:noFill/>
          <a:ln>
            <a:solidFill>
              <a:schemeClr val="accent6">
                <a:lumMod val="5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337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60000"/>
                <a:lumOff val="40000"/>
              </a:schemeClr>
            </a:gs>
            <a:gs pos="0">
              <a:schemeClr val="accent1">
                <a:lumMod val="75000"/>
              </a:schemeClr>
            </a:gs>
            <a:gs pos="0">
              <a:schemeClr val="accent1">
                <a:lumMod val="75000"/>
              </a:schemeClr>
            </a:gs>
            <a:gs pos="100000">
              <a:schemeClr val="dk1">
                <a:lumMod val="99000"/>
                <a:satMod val="120000"/>
                <a:shade val="7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1D28-961E-2F38-9083-C1F5779958E7}"/>
              </a:ext>
            </a:extLst>
          </p:cNvPr>
          <p:cNvSpPr>
            <a:spLocks noGrp="1"/>
          </p:cNvSpPr>
          <p:nvPr>
            <p:ph type="ctrTitle"/>
          </p:nvPr>
        </p:nvSpPr>
        <p:spPr>
          <a:xfrm>
            <a:off x="1524000" y="1329178"/>
            <a:ext cx="9144000" cy="927019"/>
          </a:xfrm>
          <a:solidFill>
            <a:schemeClr val="accent1">
              <a:lumMod val="50000"/>
            </a:schemeClr>
          </a:solidFill>
        </p:spPr>
        <p:txBody>
          <a:bodyPr>
            <a:noAutofit/>
          </a:bodyPr>
          <a:lstStyle/>
          <a:p>
            <a:r>
              <a:rPr lang="en-US" sz="6600" b="1" dirty="0">
                <a:solidFill>
                  <a:schemeClr val="bg1"/>
                </a:solidFill>
                <a:latin typeface="+mn-lt"/>
              </a:rPr>
              <a:t>Calendar Table Formula</a:t>
            </a:r>
            <a:endParaRPr lang="en-IN" sz="6600" b="1" dirty="0">
              <a:solidFill>
                <a:schemeClr val="bg1"/>
              </a:solidFill>
              <a:latin typeface="+mn-lt"/>
            </a:endParaRPr>
          </a:p>
        </p:txBody>
      </p:sp>
      <p:sp>
        <p:nvSpPr>
          <p:cNvPr id="7" name="TextBox 6">
            <a:extLst>
              <a:ext uri="{FF2B5EF4-FFF2-40B4-BE49-F238E27FC236}">
                <a16:creationId xmlns:a16="http://schemas.microsoft.com/office/drawing/2014/main" id="{3A52BD5D-AD09-3130-DC0F-4145D95FE5B5}"/>
              </a:ext>
            </a:extLst>
          </p:cNvPr>
          <p:cNvSpPr txBox="1"/>
          <p:nvPr/>
        </p:nvSpPr>
        <p:spPr>
          <a:xfrm>
            <a:off x="641219" y="3257097"/>
            <a:ext cx="10909562" cy="751103"/>
          </a:xfrm>
          <a:prstGeom prst="rect">
            <a:avLst/>
          </a:prstGeom>
          <a:solidFill>
            <a:schemeClr val="accent6"/>
          </a:solidFill>
          <a:ln>
            <a:solidFill>
              <a:schemeClr val="accent1">
                <a:lumMod val="50000"/>
              </a:schemeClr>
            </a:solidFill>
          </a:ln>
        </p:spPr>
        <p:style>
          <a:lnRef idx="0">
            <a:scrgbClr r="0" g="0" b="0"/>
          </a:lnRef>
          <a:fillRef idx="0">
            <a:scrgbClr r="0" g="0" b="0"/>
          </a:fillRef>
          <a:effectRef idx="0">
            <a:scrgbClr r="0" g="0" b="0"/>
          </a:effectRef>
          <a:fontRef idx="minor">
            <a:schemeClr val="dk1"/>
          </a:fontRef>
        </p:style>
        <p:txBody>
          <a:bodyPr wrap="square">
            <a:spAutoFit/>
          </a:bodyPr>
          <a:lstStyle/>
          <a:p>
            <a:pPr algn="ctr">
              <a:lnSpc>
                <a:spcPct val="150000"/>
              </a:lnSpc>
            </a:pPr>
            <a:r>
              <a:rPr lang="fr-FR" sz="3200" b="1" dirty="0">
                <a:solidFill>
                  <a:schemeClr val="accent1">
                    <a:lumMod val="50000"/>
                  </a:schemeClr>
                </a:solidFill>
              </a:rPr>
              <a:t>   = </a:t>
            </a:r>
            <a:r>
              <a:rPr lang="fr-FR" sz="3200" b="1" dirty="0" err="1">
                <a:solidFill>
                  <a:schemeClr val="accent1">
                    <a:lumMod val="50000"/>
                  </a:schemeClr>
                </a:solidFill>
              </a:rPr>
              <a:t>List.Dates</a:t>
            </a:r>
            <a:r>
              <a:rPr lang="fr-FR" sz="3200" b="1" dirty="0">
                <a:solidFill>
                  <a:schemeClr val="accent1">
                    <a:lumMod val="50000"/>
                  </a:schemeClr>
                </a:solidFill>
              </a:rPr>
              <a:t>(#date(2023,01,01),731,#duration(1,0,0,0))</a:t>
            </a:r>
            <a:endParaRPr lang="en-US" sz="3200" b="1" dirty="0">
              <a:solidFill>
                <a:schemeClr val="accent1">
                  <a:lumMod val="50000"/>
                </a:schemeClr>
              </a:solidFill>
              <a:latin typeface="Microsoft Sans Serif" panose="020B0604020202020204" pitchFamily="34" charset="0"/>
            </a:endParaRPr>
          </a:p>
        </p:txBody>
      </p:sp>
    </p:spTree>
    <p:extLst>
      <p:ext uri="{BB962C8B-B14F-4D97-AF65-F5344CB8AC3E}">
        <p14:creationId xmlns:p14="http://schemas.microsoft.com/office/powerpoint/2010/main" val="3531453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25E93-5184-B001-DC2A-E2B65C4281BC}"/>
              </a:ext>
            </a:extLst>
          </p:cNvPr>
          <p:cNvSpPr>
            <a:spLocks noGrp="1"/>
          </p:cNvSpPr>
          <p:nvPr>
            <p:ph type="title"/>
          </p:nvPr>
        </p:nvSpPr>
        <p:spPr>
          <a:solidFill>
            <a:schemeClr val="accent1">
              <a:lumMod val="50000"/>
            </a:schemeClr>
          </a:solidFill>
        </p:spPr>
        <p:txBody>
          <a:bodyPr>
            <a:normAutofit/>
          </a:bodyPr>
          <a:lstStyle/>
          <a:p>
            <a:pPr algn="ctr"/>
            <a:r>
              <a:rPr lang="en-US" sz="4800" b="1" dirty="0">
                <a:solidFill>
                  <a:schemeClr val="bg1"/>
                </a:solidFill>
                <a:latin typeface="+mn-lt"/>
              </a:rPr>
              <a:t>DAX Formulas</a:t>
            </a:r>
            <a:endParaRPr lang="en-IN" sz="4800" b="1" dirty="0">
              <a:solidFill>
                <a:schemeClr val="bg1"/>
              </a:solidFill>
              <a:latin typeface="+mn-lt"/>
            </a:endParaRPr>
          </a:p>
        </p:txBody>
      </p:sp>
      <p:sp>
        <p:nvSpPr>
          <p:cNvPr id="3" name="Content Placeholder 2">
            <a:extLst>
              <a:ext uri="{FF2B5EF4-FFF2-40B4-BE49-F238E27FC236}">
                <a16:creationId xmlns:a16="http://schemas.microsoft.com/office/drawing/2014/main" id="{E901FACF-FCA6-C395-B006-D3C473DAA3E4}"/>
              </a:ext>
            </a:extLst>
          </p:cNvPr>
          <p:cNvSpPr>
            <a:spLocks noGrp="1"/>
          </p:cNvSpPr>
          <p:nvPr>
            <p:ph idx="1"/>
          </p:nvPr>
        </p:nvSpPr>
        <p:spPr/>
        <p:style>
          <a:lnRef idx="0">
            <a:schemeClr val="accent6"/>
          </a:lnRef>
          <a:fillRef idx="3">
            <a:schemeClr val="accent6"/>
          </a:fillRef>
          <a:effectRef idx="3">
            <a:schemeClr val="accent6"/>
          </a:effectRef>
          <a:fontRef idx="minor">
            <a:schemeClr val="lt1"/>
          </a:fontRef>
        </p:style>
        <p:txBody>
          <a:bodyPr>
            <a:normAutofit/>
          </a:bodyPr>
          <a:lstStyle/>
          <a:p>
            <a:pPr>
              <a:lnSpc>
                <a:spcPct val="150000"/>
              </a:lnSpc>
            </a:pPr>
            <a:r>
              <a:rPr lang="en-US" b="1" dirty="0">
                <a:solidFill>
                  <a:schemeClr val="bg1"/>
                </a:solidFill>
                <a:highlight>
                  <a:srgbClr val="000080"/>
                </a:highlight>
              </a:rPr>
              <a:t>DAX Formula for Age Group : </a:t>
            </a:r>
            <a:endParaRPr lang="en-US" b="1" dirty="0">
              <a:solidFill>
                <a:schemeClr val="bg1"/>
              </a:solidFill>
              <a:highlight>
                <a:srgbClr val="000080"/>
              </a:highlight>
              <a:latin typeface="Microsoft Sans Serif" panose="020B0604020202020204" pitchFamily="34" charset="0"/>
            </a:endParaRPr>
          </a:p>
          <a:p>
            <a:pPr marL="0" indent="0">
              <a:lnSpc>
                <a:spcPct val="150000"/>
              </a:lnSpc>
              <a:buNone/>
            </a:pPr>
            <a:r>
              <a:rPr lang="en-US" sz="2000" b="1" dirty="0">
                <a:latin typeface="Microsoft Sans Serif" panose="020B0604020202020204" pitchFamily="34" charset="0"/>
              </a:rPr>
              <a:t>=IF([Patient Age]&gt;=70,"70-79",IF([Patient Age]&gt;=60,"60-69",IF([Patient Age]&gt;=45,"45-59",IF([Patient Age]&gt;=30,"30-44",IF([Patient Age]&gt;=15,"15-29",IF([Patient Age]&gt;=5,"05-14","0-4"))))))</a:t>
            </a:r>
          </a:p>
          <a:p>
            <a:pPr>
              <a:lnSpc>
                <a:spcPct val="150000"/>
              </a:lnSpc>
            </a:pPr>
            <a:r>
              <a:rPr lang="en-US" b="1" dirty="0">
                <a:solidFill>
                  <a:schemeClr val="bg1"/>
                </a:solidFill>
                <a:highlight>
                  <a:srgbClr val="000080"/>
                </a:highlight>
              </a:rPr>
              <a:t>DAX Formula For Patient Attend Status :</a:t>
            </a:r>
          </a:p>
          <a:p>
            <a:pPr marL="0" indent="0">
              <a:lnSpc>
                <a:spcPct val="150000"/>
              </a:lnSpc>
              <a:buNone/>
            </a:pPr>
            <a:r>
              <a:rPr lang="en-US" sz="2000" dirty="0">
                <a:solidFill>
                  <a:schemeClr val="bg1"/>
                </a:solidFill>
                <a:latin typeface="Microsoft Sans Serif" panose="020B0604020202020204" pitchFamily="34" charset="0"/>
              </a:rPr>
              <a:t>=IF([Patient </a:t>
            </a:r>
            <a:r>
              <a:rPr lang="en-US" sz="2000" dirty="0" err="1">
                <a:solidFill>
                  <a:schemeClr val="bg1"/>
                </a:solidFill>
                <a:latin typeface="Microsoft Sans Serif" panose="020B0604020202020204" pitchFamily="34" charset="0"/>
              </a:rPr>
              <a:t>Waittime</a:t>
            </a:r>
            <a:r>
              <a:rPr lang="en-US" sz="2000" dirty="0">
                <a:solidFill>
                  <a:schemeClr val="bg1"/>
                </a:solidFill>
                <a:latin typeface="Microsoft Sans Serif" panose="020B0604020202020204" pitchFamily="34" charset="0"/>
              </a:rPr>
              <a:t>]&lt;30,"Within </a:t>
            </a:r>
            <a:r>
              <a:rPr lang="en-US" sz="2000" dirty="0" err="1">
                <a:solidFill>
                  <a:schemeClr val="bg1"/>
                </a:solidFill>
                <a:latin typeface="Microsoft Sans Serif" panose="020B0604020202020204" pitchFamily="34" charset="0"/>
              </a:rPr>
              <a:t>Time","Delay</a:t>
            </a:r>
            <a:r>
              <a:rPr lang="en-US" sz="2000" dirty="0">
                <a:solidFill>
                  <a:schemeClr val="bg1"/>
                </a:solidFill>
                <a:latin typeface="Microsoft Sans Serif" panose="020B0604020202020204" pitchFamily="34" charset="0"/>
              </a:rPr>
              <a:t>")</a:t>
            </a:r>
          </a:p>
          <a:p>
            <a:endParaRPr lang="en-IN" dirty="0"/>
          </a:p>
        </p:txBody>
      </p:sp>
    </p:spTree>
    <p:extLst>
      <p:ext uri="{BB962C8B-B14F-4D97-AF65-F5344CB8AC3E}">
        <p14:creationId xmlns:p14="http://schemas.microsoft.com/office/powerpoint/2010/main" val="902245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8F832-E55C-2E81-1402-728ED2BC18A4}"/>
              </a:ext>
            </a:extLst>
          </p:cNvPr>
          <p:cNvSpPr>
            <a:spLocks noGrp="1"/>
          </p:cNvSpPr>
          <p:nvPr>
            <p:ph type="title"/>
          </p:nvPr>
        </p:nvSpPr>
        <p:spPr>
          <a:xfrm>
            <a:off x="0" y="1"/>
            <a:ext cx="12191408" cy="1234910"/>
          </a:xfrm>
          <a:solidFill>
            <a:schemeClr val="accent1">
              <a:lumMod val="50000"/>
            </a:schemeClr>
          </a:solidFill>
        </p:spPr>
        <p:txBody>
          <a:bodyPr/>
          <a:lstStyle/>
          <a:p>
            <a:pPr algn="ctr"/>
            <a:r>
              <a:rPr lang="en-IN" b="1" dirty="0">
                <a:solidFill>
                  <a:schemeClr val="bg1"/>
                </a:solidFill>
                <a:latin typeface="+mn-lt"/>
              </a:rPr>
              <a:t> FINAL DASHBOARD  </a:t>
            </a:r>
          </a:p>
        </p:txBody>
      </p:sp>
      <p:pic>
        <p:nvPicPr>
          <p:cNvPr id="3" name="Picture 2">
            <a:extLst>
              <a:ext uri="{FF2B5EF4-FFF2-40B4-BE49-F238E27FC236}">
                <a16:creationId xmlns:a16="http://schemas.microsoft.com/office/drawing/2014/main" id="{80A600EC-4787-4FCE-2F21-D675861844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34912"/>
            <a:ext cx="12191408" cy="5623088"/>
          </a:xfrm>
          <a:prstGeom prst="rect">
            <a:avLst/>
          </a:prstGeom>
        </p:spPr>
      </p:pic>
    </p:spTree>
    <p:extLst>
      <p:ext uri="{BB962C8B-B14F-4D97-AF65-F5344CB8AC3E}">
        <p14:creationId xmlns:p14="http://schemas.microsoft.com/office/powerpoint/2010/main" val="2535515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400</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Agency FB</vt:lpstr>
      <vt:lpstr>Arial</vt:lpstr>
      <vt:lpstr>Calibri</vt:lpstr>
      <vt:lpstr>Calibri Light</vt:lpstr>
      <vt:lpstr>Microsoft Sans Serif</vt:lpstr>
      <vt:lpstr>Office Theme</vt:lpstr>
      <vt:lpstr>END TO END DASHBOARD PROJECT IN EXCEL</vt:lpstr>
      <vt:lpstr>PROJECT STEPS</vt:lpstr>
      <vt:lpstr>PURPOSE OF PROJECT</vt:lpstr>
      <vt:lpstr>KPI’S Requirement</vt:lpstr>
      <vt:lpstr>Charts to Create:</vt:lpstr>
      <vt:lpstr>Calendar Table Formula</vt:lpstr>
      <vt:lpstr>DAX Formulas</vt:lpstr>
      <vt:lpstr> FINAL DASHBOARD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vichitra reddy</dc:creator>
  <cp:lastModifiedBy>vichitra reddy</cp:lastModifiedBy>
  <cp:revision>1</cp:revision>
  <dcterms:created xsi:type="dcterms:W3CDTF">2026-07-21T14:03:09Z</dcterms:created>
  <dcterms:modified xsi:type="dcterms:W3CDTF">2026-07-21T15:20:45Z</dcterms:modified>
</cp:coreProperties>
</file>